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 id="2147483660" r:id="rId2"/>
    <p:sldMasterId id="2147483653" r:id="rId3"/>
  </p:sldMasterIdLst>
  <p:notesMasterIdLst>
    <p:notesMasterId r:id="rId5"/>
  </p:notesMasterIdLst>
  <p:handoutMasterIdLst>
    <p:handoutMasterId r:id="rId6"/>
  </p:handoutMasterIdLst>
  <p:sldIdLst>
    <p:sldId id="258" r:id="rId4"/>
  </p:sldIdLst>
  <p:sldSz cx="21388388" cy="30275213"/>
  <p:notesSz cx="6858000" cy="9144000"/>
  <p:defaultTextStyle>
    <a:defPPr>
      <a:defRPr lang="en-US"/>
    </a:defPPr>
    <a:lvl1pPr marL="0" algn="l" defTabSz="3038715" rtl="0" eaLnBrk="1" latinLnBrk="0" hangingPunct="1">
      <a:defRPr sz="6000" kern="1200">
        <a:solidFill>
          <a:schemeClr val="tx1"/>
        </a:solidFill>
        <a:latin typeface="+mn-lt"/>
        <a:ea typeface="+mn-ea"/>
        <a:cs typeface="+mn-cs"/>
      </a:defRPr>
    </a:lvl1pPr>
    <a:lvl2pPr marL="1519358" algn="l" defTabSz="3038715" rtl="0" eaLnBrk="1" latinLnBrk="0" hangingPunct="1">
      <a:defRPr sz="6000" kern="1200">
        <a:solidFill>
          <a:schemeClr val="tx1"/>
        </a:solidFill>
        <a:latin typeface="+mn-lt"/>
        <a:ea typeface="+mn-ea"/>
        <a:cs typeface="+mn-cs"/>
      </a:defRPr>
    </a:lvl2pPr>
    <a:lvl3pPr marL="3038715" algn="l" defTabSz="3038715" rtl="0" eaLnBrk="1" latinLnBrk="0" hangingPunct="1">
      <a:defRPr sz="6000" kern="1200">
        <a:solidFill>
          <a:schemeClr val="tx1"/>
        </a:solidFill>
        <a:latin typeface="+mn-lt"/>
        <a:ea typeface="+mn-ea"/>
        <a:cs typeface="+mn-cs"/>
      </a:defRPr>
    </a:lvl3pPr>
    <a:lvl4pPr marL="4558071" algn="l" defTabSz="3038715" rtl="0" eaLnBrk="1" latinLnBrk="0" hangingPunct="1">
      <a:defRPr sz="6000" kern="1200">
        <a:solidFill>
          <a:schemeClr val="tx1"/>
        </a:solidFill>
        <a:latin typeface="+mn-lt"/>
        <a:ea typeface="+mn-ea"/>
        <a:cs typeface="+mn-cs"/>
      </a:defRPr>
    </a:lvl4pPr>
    <a:lvl5pPr marL="6077429" algn="l" defTabSz="3038715" rtl="0" eaLnBrk="1" latinLnBrk="0" hangingPunct="1">
      <a:defRPr sz="6000" kern="1200">
        <a:solidFill>
          <a:schemeClr val="tx1"/>
        </a:solidFill>
        <a:latin typeface="+mn-lt"/>
        <a:ea typeface="+mn-ea"/>
        <a:cs typeface="+mn-cs"/>
      </a:defRPr>
    </a:lvl5pPr>
    <a:lvl6pPr marL="7596786" algn="l" defTabSz="3038715" rtl="0" eaLnBrk="1" latinLnBrk="0" hangingPunct="1">
      <a:defRPr sz="6000" kern="1200">
        <a:solidFill>
          <a:schemeClr val="tx1"/>
        </a:solidFill>
        <a:latin typeface="+mn-lt"/>
        <a:ea typeface="+mn-ea"/>
        <a:cs typeface="+mn-cs"/>
      </a:defRPr>
    </a:lvl6pPr>
    <a:lvl7pPr marL="9116145" algn="l" defTabSz="3038715" rtl="0" eaLnBrk="1" latinLnBrk="0" hangingPunct="1">
      <a:defRPr sz="6000" kern="1200">
        <a:solidFill>
          <a:schemeClr val="tx1"/>
        </a:solidFill>
        <a:latin typeface="+mn-lt"/>
        <a:ea typeface="+mn-ea"/>
        <a:cs typeface="+mn-cs"/>
      </a:defRPr>
    </a:lvl7pPr>
    <a:lvl8pPr marL="10635501" algn="l" defTabSz="3038715" rtl="0" eaLnBrk="1" latinLnBrk="0" hangingPunct="1">
      <a:defRPr sz="6000" kern="1200">
        <a:solidFill>
          <a:schemeClr val="tx1"/>
        </a:solidFill>
        <a:latin typeface="+mn-lt"/>
        <a:ea typeface="+mn-ea"/>
        <a:cs typeface="+mn-cs"/>
      </a:defRPr>
    </a:lvl8pPr>
    <a:lvl9pPr marL="12154859" algn="l" defTabSz="3038715" rtl="0" eaLnBrk="1" latinLnBrk="0" hangingPunct="1">
      <a:defRPr sz="60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053">
          <p15:clr>
            <a:srgbClr val="A4A3A4"/>
          </p15:clr>
        </p15:guide>
        <p15:guide id="2" orient="horz" pos="265">
          <p15:clr>
            <a:srgbClr val="A4A3A4"/>
          </p15:clr>
        </p15:guide>
        <p15:guide id="3" orient="horz" pos="18541">
          <p15:clr>
            <a:srgbClr val="A4A3A4"/>
          </p15:clr>
        </p15:guide>
        <p15:guide id="4" orient="horz">
          <p15:clr>
            <a:srgbClr val="A4A3A4"/>
          </p15:clr>
        </p15:guide>
        <p15:guide id="5" pos="1319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KOTOULAS" initials="AK" lastIdx="2" clrIdx="0"/>
  <p:cmAuthor id="1" name="A.KOTOULAS" initials="HELP" lastIdx="1" clrIdx="1"/>
  <p:cmAuthor id="2" name="A.KOTOULAS" initials="HELP - " lastIdx="1" clrIdx="2"/>
  <p:cmAuthor id="3" name="PosterPresentations.com - 510.649.3001" initials="HELP - " lastIdx="1"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F5FA"/>
    <a:srgbClr val="CDD2DE"/>
    <a:srgbClr val="E3E9E5"/>
    <a:srgbClr val="EAEAEA"/>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690" autoAdjust="0"/>
    <p:restoredTop sz="94762" autoAdjust="0"/>
  </p:normalViewPr>
  <p:slideViewPr>
    <p:cSldViewPr snapToGrid="0" snapToObjects="1" showGuides="1">
      <p:cViewPr>
        <p:scale>
          <a:sx n="33" d="100"/>
          <a:sy n="33" d="100"/>
        </p:scale>
        <p:origin x="2904" y="-1194"/>
      </p:cViewPr>
      <p:guideLst>
        <p:guide orient="horz" pos="3053"/>
        <p:guide orient="horz" pos="265"/>
        <p:guide orient="horz" pos="18541"/>
        <p:guide orient="horz"/>
        <p:guide pos="13191"/>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snapToObjects="1" showGuides="1">
      <p:cViewPr varScale="1">
        <p:scale>
          <a:sx n="83" d="100"/>
          <a:sy n="83" d="100"/>
        </p:scale>
        <p:origin x="-2730" y="-8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Master" Target="slideMasters/slideMaster3.xml"/><Relationship Id="rId7" Type="http://schemas.openxmlformats.org/officeDocument/2006/relationships/commentAuthors" Target="commentAuthor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handoutMaster" Target="handoutMasters/handoutMaster1.xml"/><Relationship Id="rId11" Type="http://schemas.openxmlformats.org/officeDocument/2006/relationships/tableStyles" Target="tableStyles.xml"/><Relationship Id="rId5" Type="http://schemas.openxmlformats.org/officeDocument/2006/relationships/notesMaster" Target="notesMasters/notesMaster1.xml"/><Relationship Id="rId10"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0158C5BC-9A70-462C-B28D-9600239EAC64}" type="datetimeFigureOut">
              <a:rPr lang="en-US" smtClean="0"/>
              <a:pPr/>
              <a:t>5/17/2026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9C131B7-05CA-4AEE-9267-6D0ED4DC84F3}" type="slidenum">
              <a:rPr lang="en-US" smtClean="0"/>
              <a:pPr/>
              <a:t>‹#›</a:t>
            </a:fld>
            <a:endParaRPr lang="en-US"/>
          </a:p>
        </p:txBody>
      </p:sp>
    </p:spTree>
    <p:extLst>
      <p:ext uri="{BB962C8B-B14F-4D97-AF65-F5344CB8AC3E}">
        <p14:creationId xmlns:p14="http://schemas.microsoft.com/office/powerpoint/2010/main" val="263911355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6CC2317-6751-4CD4-9995-8782DD78E936}" type="datetimeFigureOut">
              <a:rPr lang="en-US" smtClean="0"/>
              <a:pPr/>
              <a:t>5/17/2026</a:t>
            </a:fld>
            <a:endParaRPr lang="en-US" dirty="0"/>
          </a:p>
        </p:txBody>
      </p:sp>
      <p:sp>
        <p:nvSpPr>
          <p:cNvPr id="4" name="Slide Image Placeholder 3"/>
          <p:cNvSpPr>
            <a:spLocks noGrp="1" noRot="1" noChangeAspect="1"/>
          </p:cNvSpPr>
          <p:nvPr>
            <p:ph type="sldImg" idx="2"/>
          </p:nvPr>
        </p:nvSpPr>
        <p:spPr>
          <a:xfrm>
            <a:off x="2217738" y="685800"/>
            <a:ext cx="2422525"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6A1A87D-CAF7-4BDC-A0D3-C0DBEDE81619}" type="slidenum">
              <a:rPr lang="en-US" smtClean="0"/>
              <a:pPr/>
              <a:t>‹#›</a:t>
            </a:fld>
            <a:endParaRPr lang="en-US" dirty="0"/>
          </a:p>
        </p:txBody>
      </p:sp>
    </p:spTree>
    <p:extLst>
      <p:ext uri="{BB962C8B-B14F-4D97-AF65-F5344CB8AC3E}">
        <p14:creationId xmlns:p14="http://schemas.microsoft.com/office/powerpoint/2010/main" val="3109100856"/>
      </p:ext>
    </p:extLst>
  </p:cSld>
  <p:clrMap bg1="lt1" tx1="dk1" bg2="lt2" tx2="dk2" accent1="accent1" accent2="accent2" accent3="accent3" accent4="accent4" accent5="accent5" accent6="accent6" hlink="hlink" folHlink="folHlink"/>
  <p:notesStyle>
    <a:lvl1pPr marL="0" algn="l" defTabSz="3038715" rtl="0" eaLnBrk="1" latinLnBrk="0" hangingPunct="1">
      <a:defRPr sz="4100" kern="1200">
        <a:solidFill>
          <a:schemeClr val="tx1"/>
        </a:solidFill>
        <a:latin typeface="+mn-lt"/>
        <a:ea typeface="+mn-ea"/>
        <a:cs typeface="+mn-cs"/>
      </a:defRPr>
    </a:lvl1pPr>
    <a:lvl2pPr marL="1519358" algn="l" defTabSz="3038715" rtl="0" eaLnBrk="1" latinLnBrk="0" hangingPunct="1">
      <a:defRPr sz="4100" kern="1200">
        <a:solidFill>
          <a:schemeClr val="tx1"/>
        </a:solidFill>
        <a:latin typeface="+mn-lt"/>
        <a:ea typeface="+mn-ea"/>
        <a:cs typeface="+mn-cs"/>
      </a:defRPr>
    </a:lvl2pPr>
    <a:lvl3pPr marL="3038715" algn="l" defTabSz="3038715" rtl="0" eaLnBrk="1" latinLnBrk="0" hangingPunct="1">
      <a:defRPr sz="4100" kern="1200">
        <a:solidFill>
          <a:schemeClr val="tx1"/>
        </a:solidFill>
        <a:latin typeface="+mn-lt"/>
        <a:ea typeface="+mn-ea"/>
        <a:cs typeface="+mn-cs"/>
      </a:defRPr>
    </a:lvl3pPr>
    <a:lvl4pPr marL="4558071" algn="l" defTabSz="3038715" rtl="0" eaLnBrk="1" latinLnBrk="0" hangingPunct="1">
      <a:defRPr sz="4100" kern="1200">
        <a:solidFill>
          <a:schemeClr val="tx1"/>
        </a:solidFill>
        <a:latin typeface="+mn-lt"/>
        <a:ea typeface="+mn-ea"/>
        <a:cs typeface="+mn-cs"/>
      </a:defRPr>
    </a:lvl4pPr>
    <a:lvl5pPr marL="6077429" algn="l" defTabSz="3038715" rtl="0" eaLnBrk="1" latinLnBrk="0" hangingPunct="1">
      <a:defRPr sz="4100" kern="1200">
        <a:solidFill>
          <a:schemeClr val="tx1"/>
        </a:solidFill>
        <a:latin typeface="+mn-lt"/>
        <a:ea typeface="+mn-ea"/>
        <a:cs typeface="+mn-cs"/>
      </a:defRPr>
    </a:lvl5pPr>
    <a:lvl6pPr marL="7596786" algn="l" defTabSz="3038715" rtl="0" eaLnBrk="1" latinLnBrk="0" hangingPunct="1">
      <a:defRPr sz="4100" kern="1200">
        <a:solidFill>
          <a:schemeClr val="tx1"/>
        </a:solidFill>
        <a:latin typeface="+mn-lt"/>
        <a:ea typeface="+mn-ea"/>
        <a:cs typeface="+mn-cs"/>
      </a:defRPr>
    </a:lvl6pPr>
    <a:lvl7pPr marL="9116145" algn="l" defTabSz="3038715" rtl="0" eaLnBrk="1" latinLnBrk="0" hangingPunct="1">
      <a:defRPr sz="4100" kern="1200">
        <a:solidFill>
          <a:schemeClr val="tx1"/>
        </a:solidFill>
        <a:latin typeface="+mn-lt"/>
        <a:ea typeface="+mn-ea"/>
        <a:cs typeface="+mn-cs"/>
      </a:defRPr>
    </a:lvl7pPr>
    <a:lvl8pPr marL="10635501" algn="l" defTabSz="3038715" rtl="0" eaLnBrk="1" latinLnBrk="0" hangingPunct="1">
      <a:defRPr sz="4100" kern="1200">
        <a:solidFill>
          <a:schemeClr val="tx1"/>
        </a:solidFill>
        <a:latin typeface="+mn-lt"/>
        <a:ea typeface="+mn-ea"/>
        <a:cs typeface="+mn-cs"/>
      </a:defRPr>
    </a:lvl8pPr>
    <a:lvl9pPr marL="12154859" algn="l" defTabSz="3038715" rtl="0" eaLnBrk="1" latinLnBrk="0" hangingPunct="1">
      <a:defRPr sz="41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Standard 4 columns">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440616" y="5365571"/>
            <a:ext cx="10101856" cy="634878"/>
          </a:xfrm>
          <a:prstGeom prst="rect">
            <a:avLst/>
          </a:prstGeom>
        </p:spPr>
        <p:txBody>
          <a:bodyPr wrap="square" lIns="158267" tIns="158267" rIns="158267" bIns="158267" anchor="t" anchorCtr="0">
            <a:spAutoFit/>
          </a:bodyPr>
          <a:lstStyle>
            <a:lvl1pPr marL="0" indent="0">
              <a:buNone/>
              <a:defRPr sz="2000">
                <a:solidFill>
                  <a:schemeClr val="accent5">
                    <a:lumMod val="50000"/>
                  </a:schemeClr>
                </a:solidFill>
                <a:latin typeface="Times New Roman" panose="02020603050405020304" pitchFamily="18"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Type in or paste your text here</a:t>
            </a:r>
          </a:p>
        </p:txBody>
      </p:sp>
      <p:sp>
        <p:nvSpPr>
          <p:cNvPr id="6" name="Text Placeholder 5"/>
          <p:cNvSpPr>
            <a:spLocks noGrp="1"/>
          </p:cNvSpPr>
          <p:nvPr>
            <p:ph type="body" sz="quarter" idx="11" hasCustomPrompt="1"/>
          </p:nvPr>
        </p:nvSpPr>
        <p:spPr>
          <a:xfrm>
            <a:off x="449463" y="4842926"/>
            <a:ext cx="10093882" cy="566030"/>
          </a:xfrm>
          <a:prstGeom prst="rect">
            <a:avLst/>
          </a:prstGeom>
          <a:noFill/>
        </p:spPr>
        <p:txBody>
          <a:bodyPr wrap="square" lIns="63307" tIns="63307" rIns="63307" bIns="63307" anchor="t" anchorCtr="0">
            <a:spAutoFit/>
          </a:bodyPr>
          <a:lstStyle>
            <a:lvl1pPr marL="0" indent="0" algn="ctr">
              <a:buNone/>
              <a:defRPr sz="2800" b="1" u="sng" baseline="0">
                <a:solidFill>
                  <a:schemeClr val="accent5">
                    <a:lumMod val="50000"/>
                  </a:schemeClr>
                </a:solidFill>
              </a:defRPr>
            </a:lvl1pPr>
          </a:lstStyle>
          <a:p>
            <a:pPr lvl="0"/>
            <a:r>
              <a:rPr lang="en-US" dirty="0"/>
              <a:t>(click to edit) INTRODUCTION or ABSTRACT</a:t>
            </a:r>
          </a:p>
        </p:txBody>
      </p:sp>
      <p:sp>
        <p:nvSpPr>
          <p:cNvPr id="20" name="Text Placeholder 5"/>
          <p:cNvSpPr>
            <a:spLocks noGrp="1"/>
          </p:cNvSpPr>
          <p:nvPr>
            <p:ph type="body" sz="quarter" idx="20" hasCustomPrompt="1"/>
          </p:nvPr>
        </p:nvSpPr>
        <p:spPr>
          <a:xfrm>
            <a:off x="449461" y="13071318"/>
            <a:ext cx="10096349" cy="566030"/>
          </a:xfrm>
          <a:prstGeom prst="rect">
            <a:avLst/>
          </a:prstGeom>
          <a:noFill/>
        </p:spPr>
        <p:txBody>
          <a:bodyPr wrap="square" lIns="63307" tIns="63307" rIns="63307" bIns="63307" anchor="t" anchorCtr="0">
            <a:spAutoFit/>
          </a:bodyPr>
          <a:lstStyle>
            <a:lvl1pPr marL="0" indent="0" algn="ctr">
              <a:buNone/>
              <a:defRPr sz="2800" b="1" u="sng" baseline="0">
                <a:solidFill>
                  <a:schemeClr val="accent5">
                    <a:lumMod val="50000"/>
                  </a:schemeClr>
                </a:solidFill>
              </a:defRPr>
            </a:lvl1pPr>
          </a:lstStyle>
          <a:p>
            <a:pPr lvl="0"/>
            <a:r>
              <a:rPr lang="en-US" dirty="0"/>
              <a:t>(click to edit)  OBJECTIVES</a:t>
            </a:r>
          </a:p>
        </p:txBody>
      </p:sp>
      <p:sp>
        <p:nvSpPr>
          <p:cNvPr id="25" name="Text Placeholder 5"/>
          <p:cNvSpPr>
            <a:spLocks noGrp="1"/>
          </p:cNvSpPr>
          <p:nvPr>
            <p:ph type="body" sz="quarter" idx="25" hasCustomPrompt="1"/>
          </p:nvPr>
        </p:nvSpPr>
        <p:spPr>
          <a:xfrm>
            <a:off x="10846594" y="4842926"/>
            <a:ext cx="10093752" cy="566030"/>
          </a:xfrm>
          <a:prstGeom prst="rect">
            <a:avLst/>
          </a:prstGeom>
          <a:noFill/>
        </p:spPr>
        <p:txBody>
          <a:bodyPr wrap="square" lIns="63307" tIns="63307" rIns="63307" bIns="63307" anchor="t" anchorCtr="0">
            <a:spAutoFit/>
          </a:bodyPr>
          <a:lstStyle>
            <a:lvl1pPr marL="0" indent="0" algn="ctr">
              <a:buNone/>
              <a:defRPr sz="2800" b="1" u="sng" baseline="0">
                <a:solidFill>
                  <a:schemeClr val="accent5">
                    <a:lumMod val="50000"/>
                  </a:schemeClr>
                </a:solidFill>
              </a:defRPr>
            </a:lvl1pPr>
          </a:lstStyle>
          <a:p>
            <a:pPr lvl="0"/>
            <a:r>
              <a:rPr lang="en-US" dirty="0"/>
              <a:t>(click to edit)  CONCLUSIONS</a:t>
            </a:r>
          </a:p>
        </p:txBody>
      </p:sp>
      <p:sp>
        <p:nvSpPr>
          <p:cNvPr id="26" name="Text Placeholder 3"/>
          <p:cNvSpPr>
            <a:spLocks noGrp="1"/>
          </p:cNvSpPr>
          <p:nvPr>
            <p:ph type="body" sz="quarter" idx="26" hasCustomPrompt="1"/>
          </p:nvPr>
        </p:nvSpPr>
        <p:spPr>
          <a:xfrm>
            <a:off x="10846594" y="5365571"/>
            <a:ext cx="10093752" cy="634878"/>
          </a:xfrm>
          <a:prstGeom prst="rect">
            <a:avLst/>
          </a:prstGeom>
        </p:spPr>
        <p:txBody>
          <a:bodyPr wrap="square" lIns="158267" tIns="158267" rIns="158267" bIns="158267" anchor="t" anchorCtr="0">
            <a:spAutoFit/>
          </a:bodyPr>
          <a:lstStyle>
            <a:lvl1pPr marL="0" indent="0">
              <a:buNone/>
              <a:defRPr sz="2000">
                <a:solidFill>
                  <a:schemeClr val="accent5">
                    <a:lumMod val="50000"/>
                  </a:schemeClr>
                </a:solidFill>
                <a:latin typeface="Times New Roman" panose="02020603050405020304" pitchFamily="18"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Type in or paste your text here</a:t>
            </a:r>
          </a:p>
        </p:txBody>
      </p:sp>
      <p:sp>
        <p:nvSpPr>
          <p:cNvPr id="27" name="Text Placeholder 5"/>
          <p:cNvSpPr>
            <a:spLocks noGrp="1"/>
          </p:cNvSpPr>
          <p:nvPr>
            <p:ph type="body" sz="quarter" idx="27" hasCustomPrompt="1"/>
          </p:nvPr>
        </p:nvSpPr>
        <p:spPr>
          <a:xfrm>
            <a:off x="10846595" y="13087287"/>
            <a:ext cx="10090978" cy="566030"/>
          </a:xfrm>
          <a:prstGeom prst="rect">
            <a:avLst/>
          </a:prstGeom>
          <a:noFill/>
        </p:spPr>
        <p:txBody>
          <a:bodyPr wrap="square" lIns="63307" tIns="63307" rIns="63307" bIns="63307" anchor="t" anchorCtr="0">
            <a:spAutoFit/>
          </a:bodyPr>
          <a:lstStyle>
            <a:lvl1pPr marL="0" indent="0" algn="ctr">
              <a:buNone/>
              <a:defRPr sz="2800" b="1" u="sng" baseline="0">
                <a:solidFill>
                  <a:schemeClr val="accent5">
                    <a:lumMod val="50000"/>
                  </a:schemeClr>
                </a:solidFill>
              </a:defRPr>
            </a:lvl1pPr>
          </a:lstStyle>
          <a:p>
            <a:pPr lvl="0"/>
            <a:r>
              <a:rPr lang="en-US" dirty="0"/>
              <a:t>(click to edit)  REFERENCES</a:t>
            </a:r>
          </a:p>
        </p:txBody>
      </p:sp>
      <p:sp>
        <p:nvSpPr>
          <p:cNvPr id="28" name="Text Placeholder 3"/>
          <p:cNvSpPr>
            <a:spLocks noGrp="1"/>
          </p:cNvSpPr>
          <p:nvPr>
            <p:ph type="body" sz="quarter" idx="28" hasCustomPrompt="1"/>
          </p:nvPr>
        </p:nvSpPr>
        <p:spPr>
          <a:xfrm>
            <a:off x="10842726" y="13648379"/>
            <a:ext cx="10094847" cy="634878"/>
          </a:xfrm>
          <a:prstGeom prst="rect">
            <a:avLst/>
          </a:prstGeom>
        </p:spPr>
        <p:txBody>
          <a:bodyPr wrap="square" lIns="158267" tIns="158267" rIns="158267" bIns="158267" anchor="t" anchorCtr="0">
            <a:spAutoFit/>
          </a:bodyPr>
          <a:lstStyle>
            <a:lvl1pPr marL="0" indent="0">
              <a:buNone/>
              <a:defRPr sz="2000">
                <a:solidFill>
                  <a:schemeClr val="accent5">
                    <a:lumMod val="50000"/>
                  </a:schemeClr>
                </a:solidFill>
                <a:latin typeface="Times New Roman" panose="02020603050405020304" pitchFamily="18"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10854419" y="23617471"/>
            <a:ext cx="10085926" cy="566030"/>
          </a:xfrm>
          <a:prstGeom prst="rect">
            <a:avLst/>
          </a:prstGeom>
          <a:noFill/>
        </p:spPr>
        <p:txBody>
          <a:bodyPr wrap="square" lIns="63307" tIns="63307" rIns="63307" bIns="63307" anchor="t" anchorCtr="0">
            <a:spAutoFit/>
          </a:bodyPr>
          <a:lstStyle>
            <a:lvl1pPr marL="0" indent="0" algn="ctr">
              <a:buNone/>
              <a:defRPr sz="2800" b="1" u="sng" baseline="0">
                <a:solidFill>
                  <a:schemeClr val="accent5">
                    <a:lumMod val="50000"/>
                  </a:schemeClr>
                </a:solidFill>
              </a:defRPr>
            </a:lvl1pPr>
          </a:lstStyle>
          <a:p>
            <a:pPr lvl="0"/>
            <a:r>
              <a:rPr lang="en-US" dirty="0"/>
              <a:t>(click to edit)  ACKNOWLEDGEMENTS or  CONTACT</a:t>
            </a:r>
          </a:p>
        </p:txBody>
      </p:sp>
      <p:sp>
        <p:nvSpPr>
          <p:cNvPr id="30" name="Text Placeholder 3"/>
          <p:cNvSpPr>
            <a:spLocks noGrp="1"/>
          </p:cNvSpPr>
          <p:nvPr>
            <p:ph type="body" sz="quarter" idx="30" hasCustomPrompt="1"/>
          </p:nvPr>
        </p:nvSpPr>
        <p:spPr>
          <a:xfrm>
            <a:off x="10846595" y="24192709"/>
            <a:ext cx="10090978" cy="634878"/>
          </a:xfrm>
          <a:prstGeom prst="rect">
            <a:avLst/>
          </a:prstGeom>
        </p:spPr>
        <p:txBody>
          <a:bodyPr wrap="square" lIns="158267" tIns="158267" rIns="158267" bIns="158267" anchor="t" anchorCtr="0">
            <a:spAutoFit/>
          </a:bodyPr>
          <a:lstStyle>
            <a:lvl1pPr marL="0" indent="0">
              <a:buNone/>
              <a:defRPr sz="2000">
                <a:solidFill>
                  <a:schemeClr val="accent5">
                    <a:lumMod val="50000"/>
                  </a:schemeClr>
                </a:solidFill>
                <a:latin typeface="Times New Roman" panose="02020603050405020304" pitchFamily="18"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Type in or paste your text here</a:t>
            </a:r>
          </a:p>
        </p:txBody>
      </p:sp>
      <p:sp>
        <p:nvSpPr>
          <p:cNvPr id="60" name="Text Placeholder 3"/>
          <p:cNvSpPr>
            <a:spLocks noGrp="1"/>
          </p:cNvSpPr>
          <p:nvPr>
            <p:ph type="body" sz="quarter" idx="96" hasCustomPrompt="1"/>
          </p:nvPr>
        </p:nvSpPr>
        <p:spPr>
          <a:xfrm>
            <a:off x="440616" y="13633726"/>
            <a:ext cx="10102728" cy="634878"/>
          </a:xfrm>
          <a:prstGeom prst="rect">
            <a:avLst/>
          </a:prstGeom>
        </p:spPr>
        <p:txBody>
          <a:bodyPr wrap="square" lIns="158267" tIns="158267" rIns="158267" bIns="158267" anchor="t" anchorCtr="0">
            <a:spAutoFit/>
          </a:bodyPr>
          <a:lstStyle>
            <a:lvl1pPr marL="0" indent="0">
              <a:buNone/>
              <a:defRPr sz="2000">
                <a:solidFill>
                  <a:schemeClr val="accent5">
                    <a:lumMod val="50000"/>
                  </a:schemeClr>
                </a:solidFill>
                <a:latin typeface="Times New Roman" panose="02020603050405020304" pitchFamily="18"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Type in or paste your text here</a:t>
            </a:r>
          </a:p>
        </p:txBody>
      </p:sp>
      <p:sp>
        <p:nvSpPr>
          <p:cNvPr id="76" name="Text Placeholder 76"/>
          <p:cNvSpPr>
            <a:spLocks noGrp="1"/>
          </p:cNvSpPr>
          <p:nvPr>
            <p:ph type="body" sz="quarter" idx="150" hasCustomPrompt="1"/>
          </p:nvPr>
        </p:nvSpPr>
        <p:spPr>
          <a:xfrm>
            <a:off x="2890078" y="3554249"/>
            <a:ext cx="15608232" cy="716936"/>
          </a:xfrm>
          <a:prstGeom prst="rect">
            <a:avLst/>
          </a:prstGeom>
        </p:spPr>
        <p:txBody>
          <a:bodyPr lIns="54681" tIns="27341" rIns="54681" bIns="27341" anchor="t" anchorCtr="0">
            <a:spAutoFit/>
          </a:bodyPr>
          <a:lstStyle>
            <a:lvl1pPr marL="0" indent="0" algn="ctr">
              <a:buFontTx/>
              <a:buNone/>
              <a:defRPr sz="4300">
                <a:solidFill>
                  <a:schemeClr val="accent5">
                    <a:lumMod val="50000"/>
                  </a:schemeClr>
                </a:solidFill>
                <a:latin typeface="+mj-lt"/>
              </a:defRPr>
            </a:lvl1pPr>
            <a:lvl2pPr>
              <a:buFontTx/>
              <a:buNone/>
              <a:defRPr sz="4300"/>
            </a:lvl2pPr>
            <a:lvl3pPr>
              <a:buFontTx/>
              <a:buNone/>
              <a:defRPr sz="4300"/>
            </a:lvl3pPr>
            <a:lvl4pPr>
              <a:buFontTx/>
              <a:buNone/>
              <a:defRPr sz="4300"/>
            </a:lvl4pPr>
            <a:lvl5pPr>
              <a:buFontTx/>
              <a:buNone/>
              <a:defRPr sz="4300"/>
            </a:lvl5pPr>
          </a:lstStyle>
          <a:p>
            <a:pPr lvl="0"/>
            <a:r>
              <a:rPr lang="en-US" dirty="0"/>
              <a:t>Click here to add affiliations</a:t>
            </a:r>
          </a:p>
        </p:txBody>
      </p:sp>
      <p:sp>
        <p:nvSpPr>
          <p:cNvPr id="79" name="Text Placeholder 76"/>
          <p:cNvSpPr>
            <a:spLocks noGrp="1"/>
          </p:cNvSpPr>
          <p:nvPr>
            <p:ph type="body" sz="quarter" idx="151" hasCustomPrompt="1"/>
          </p:nvPr>
        </p:nvSpPr>
        <p:spPr>
          <a:xfrm>
            <a:off x="2890078" y="2235565"/>
            <a:ext cx="15608232" cy="1117045"/>
          </a:xfrm>
          <a:prstGeom prst="rect">
            <a:avLst/>
          </a:prstGeom>
        </p:spPr>
        <p:txBody>
          <a:bodyPr lIns="54681" tIns="27341" rIns="54681" bIns="27341" anchor="t" anchorCtr="0">
            <a:spAutoFit/>
          </a:bodyPr>
          <a:lstStyle>
            <a:lvl1pPr marL="0" indent="0" algn="ctr">
              <a:buFontTx/>
              <a:buNone/>
              <a:defRPr sz="6900">
                <a:solidFill>
                  <a:schemeClr val="accent5">
                    <a:lumMod val="50000"/>
                  </a:schemeClr>
                </a:solidFill>
                <a:latin typeface="+mj-lt"/>
              </a:defRPr>
            </a:lvl1pPr>
            <a:lvl2pPr>
              <a:buFontTx/>
              <a:buNone/>
              <a:defRPr sz="4300"/>
            </a:lvl2pPr>
            <a:lvl3pPr>
              <a:buFontTx/>
              <a:buNone/>
              <a:defRPr sz="4300"/>
            </a:lvl3pPr>
            <a:lvl4pPr>
              <a:buFontTx/>
              <a:buNone/>
              <a:defRPr sz="4300"/>
            </a:lvl4pPr>
            <a:lvl5pPr>
              <a:buFontTx/>
              <a:buNone/>
              <a:defRPr sz="4300"/>
            </a:lvl5pPr>
          </a:lstStyle>
          <a:p>
            <a:pPr lvl="0"/>
            <a:r>
              <a:rPr lang="en-US" dirty="0"/>
              <a:t>Click here to add authors</a:t>
            </a:r>
          </a:p>
        </p:txBody>
      </p:sp>
      <p:sp>
        <p:nvSpPr>
          <p:cNvPr id="80" name="Text Placeholder 76"/>
          <p:cNvSpPr>
            <a:spLocks noGrp="1"/>
          </p:cNvSpPr>
          <p:nvPr>
            <p:ph type="body" sz="quarter" idx="153" hasCustomPrompt="1"/>
          </p:nvPr>
        </p:nvSpPr>
        <p:spPr>
          <a:xfrm>
            <a:off x="2890078" y="348658"/>
            <a:ext cx="15608232" cy="1286322"/>
          </a:xfrm>
          <a:prstGeom prst="rect">
            <a:avLst/>
          </a:prstGeom>
        </p:spPr>
        <p:txBody>
          <a:bodyPr lIns="54681" tIns="27341" rIns="54681" bIns="27341" anchor="t" anchorCtr="0">
            <a:spAutoFit/>
          </a:bodyPr>
          <a:lstStyle>
            <a:lvl1pPr marL="0" indent="0" algn="ctr">
              <a:buFontTx/>
              <a:buNone/>
              <a:defRPr sz="8000" b="1">
                <a:solidFill>
                  <a:schemeClr val="accent5">
                    <a:lumMod val="50000"/>
                  </a:schemeClr>
                </a:solidFill>
                <a:latin typeface="+mj-lt"/>
              </a:defRPr>
            </a:lvl1pPr>
            <a:lvl2pPr>
              <a:buFontTx/>
              <a:buNone/>
              <a:defRPr sz="4300"/>
            </a:lvl2pPr>
            <a:lvl3pPr>
              <a:buFontTx/>
              <a:buNone/>
              <a:defRPr sz="4300"/>
            </a:lvl3pPr>
            <a:lvl4pPr>
              <a:buFontTx/>
              <a:buNone/>
              <a:defRPr sz="4300"/>
            </a:lvl4pPr>
            <a:lvl5pPr>
              <a:buFontTx/>
              <a:buNone/>
              <a:defRPr sz="4300"/>
            </a:lvl5pPr>
          </a:lstStyle>
          <a:p>
            <a:pPr lvl="0"/>
            <a:r>
              <a:rPr lang="en-US" dirty="0"/>
              <a:t>Click here to add title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Without Quick Guides">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440616" y="5365571"/>
            <a:ext cx="10101856" cy="634878"/>
          </a:xfrm>
          <a:prstGeom prst="rect">
            <a:avLst/>
          </a:prstGeom>
        </p:spPr>
        <p:txBody>
          <a:bodyPr wrap="square" lIns="158267" tIns="158267" rIns="158267" bIns="158267" anchor="t" anchorCtr="0">
            <a:spAutoFit/>
          </a:bodyPr>
          <a:lstStyle>
            <a:lvl1pPr marL="0" indent="0">
              <a:buNone/>
              <a:defRPr sz="2000">
                <a:solidFill>
                  <a:schemeClr val="accent5">
                    <a:lumMod val="50000"/>
                  </a:schemeClr>
                </a:solidFill>
                <a:latin typeface="Times New Roman" panose="02020603050405020304" pitchFamily="18"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Type in or paste your text here</a:t>
            </a:r>
          </a:p>
        </p:txBody>
      </p:sp>
      <p:sp>
        <p:nvSpPr>
          <p:cNvPr id="6" name="Text Placeholder 5"/>
          <p:cNvSpPr>
            <a:spLocks noGrp="1"/>
          </p:cNvSpPr>
          <p:nvPr>
            <p:ph type="body" sz="quarter" idx="11" hasCustomPrompt="1"/>
          </p:nvPr>
        </p:nvSpPr>
        <p:spPr>
          <a:xfrm>
            <a:off x="449463" y="4842926"/>
            <a:ext cx="10093882" cy="566030"/>
          </a:xfrm>
          <a:prstGeom prst="rect">
            <a:avLst/>
          </a:prstGeom>
          <a:noFill/>
        </p:spPr>
        <p:txBody>
          <a:bodyPr wrap="square" lIns="63307" tIns="63307" rIns="63307" bIns="63307" anchor="t" anchorCtr="0">
            <a:spAutoFit/>
          </a:bodyPr>
          <a:lstStyle>
            <a:lvl1pPr marL="0" indent="0" algn="ctr">
              <a:buNone/>
              <a:defRPr sz="2800" b="1" u="sng" baseline="0">
                <a:solidFill>
                  <a:schemeClr val="accent5">
                    <a:lumMod val="50000"/>
                  </a:schemeClr>
                </a:solidFill>
              </a:defRPr>
            </a:lvl1pPr>
          </a:lstStyle>
          <a:p>
            <a:pPr lvl="0"/>
            <a:r>
              <a:rPr lang="en-US" dirty="0"/>
              <a:t>(click to edit) INTRODUCTION or ABSTRACT</a:t>
            </a:r>
          </a:p>
        </p:txBody>
      </p:sp>
      <p:sp>
        <p:nvSpPr>
          <p:cNvPr id="20" name="Text Placeholder 5"/>
          <p:cNvSpPr>
            <a:spLocks noGrp="1"/>
          </p:cNvSpPr>
          <p:nvPr>
            <p:ph type="body" sz="quarter" idx="20" hasCustomPrompt="1"/>
          </p:nvPr>
        </p:nvSpPr>
        <p:spPr>
          <a:xfrm>
            <a:off x="449461" y="13071318"/>
            <a:ext cx="10096349" cy="566030"/>
          </a:xfrm>
          <a:prstGeom prst="rect">
            <a:avLst/>
          </a:prstGeom>
          <a:noFill/>
        </p:spPr>
        <p:txBody>
          <a:bodyPr wrap="square" lIns="63307" tIns="63307" rIns="63307" bIns="63307" anchor="t" anchorCtr="0">
            <a:spAutoFit/>
          </a:bodyPr>
          <a:lstStyle>
            <a:lvl1pPr marL="0" indent="0" algn="ctr">
              <a:buNone/>
              <a:defRPr sz="2800" b="1" u="sng" baseline="0">
                <a:solidFill>
                  <a:schemeClr val="accent5">
                    <a:lumMod val="50000"/>
                  </a:schemeClr>
                </a:solidFill>
              </a:defRPr>
            </a:lvl1pPr>
          </a:lstStyle>
          <a:p>
            <a:pPr lvl="0"/>
            <a:r>
              <a:rPr lang="en-US" dirty="0"/>
              <a:t>(click to edit)  OBJECTIVES</a:t>
            </a:r>
          </a:p>
        </p:txBody>
      </p:sp>
      <p:sp>
        <p:nvSpPr>
          <p:cNvPr id="25" name="Text Placeholder 5"/>
          <p:cNvSpPr>
            <a:spLocks noGrp="1"/>
          </p:cNvSpPr>
          <p:nvPr>
            <p:ph type="body" sz="quarter" idx="25" hasCustomPrompt="1"/>
          </p:nvPr>
        </p:nvSpPr>
        <p:spPr>
          <a:xfrm>
            <a:off x="10846594" y="4842926"/>
            <a:ext cx="10093752" cy="566030"/>
          </a:xfrm>
          <a:prstGeom prst="rect">
            <a:avLst/>
          </a:prstGeom>
          <a:noFill/>
        </p:spPr>
        <p:txBody>
          <a:bodyPr wrap="square" lIns="63307" tIns="63307" rIns="63307" bIns="63307" anchor="t" anchorCtr="0">
            <a:spAutoFit/>
          </a:bodyPr>
          <a:lstStyle>
            <a:lvl1pPr marL="0" indent="0" algn="ctr">
              <a:buNone/>
              <a:defRPr sz="2800" b="1" u="sng" baseline="0">
                <a:solidFill>
                  <a:schemeClr val="accent5">
                    <a:lumMod val="50000"/>
                  </a:schemeClr>
                </a:solidFill>
              </a:defRPr>
            </a:lvl1pPr>
          </a:lstStyle>
          <a:p>
            <a:pPr lvl="0"/>
            <a:r>
              <a:rPr lang="en-US" dirty="0"/>
              <a:t>(click to edit)  CONCLUSIONS</a:t>
            </a:r>
          </a:p>
        </p:txBody>
      </p:sp>
      <p:sp>
        <p:nvSpPr>
          <p:cNvPr id="26" name="Text Placeholder 3"/>
          <p:cNvSpPr>
            <a:spLocks noGrp="1"/>
          </p:cNvSpPr>
          <p:nvPr>
            <p:ph type="body" sz="quarter" idx="26" hasCustomPrompt="1"/>
          </p:nvPr>
        </p:nvSpPr>
        <p:spPr>
          <a:xfrm>
            <a:off x="10846594" y="5365571"/>
            <a:ext cx="10093752" cy="634878"/>
          </a:xfrm>
          <a:prstGeom prst="rect">
            <a:avLst/>
          </a:prstGeom>
        </p:spPr>
        <p:txBody>
          <a:bodyPr wrap="square" lIns="158267" tIns="158267" rIns="158267" bIns="158267" anchor="t" anchorCtr="0">
            <a:spAutoFit/>
          </a:bodyPr>
          <a:lstStyle>
            <a:lvl1pPr marL="0" indent="0">
              <a:buNone/>
              <a:defRPr sz="2000">
                <a:solidFill>
                  <a:schemeClr val="accent5">
                    <a:lumMod val="50000"/>
                  </a:schemeClr>
                </a:solidFill>
                <a:latin typeface="Times New Roman" panose="02020603050405020304" pitchFamily="18"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Type in or paste your text here</a:t>
            </a:r>
          </a:p>
        </p:txBody>
      </p:sp>
      <p:sp>
        <p:nvSpPr>
          <p:cNvPr id="27" name="Text Placeholder 5"/>
          <p:cNvSpPr>
            <a:spLocks noGrp="1"/>
          </p:cNvSpPr>
          <p:nvPr>
            <p:ph type="body" sz="quarter" idx="27" hasCustomPrompt="1"/>
          </p:nvPr>
        </p:nvSpPr>
        <p:spPr>
          <a:xfrm>
            <a:off x="10846595" y="13087287"/>
            <a:ext cx="10090978" cy="566030"/>
          </a:xfrm>
          <a:prstGeom prst="rect">
            <a:avLst/>
          </a:prstGeom>
          <a:noFill/>
        </p:spPr>
        <p:txBody>
          <a:bodyPr wrap="square" lIns="63307" tIns="63307" rIns="63307" bIns="63307" anchor="t" anchorCtr="0">
            <a:spAutoFit/>
          </a:bodyPr>
          <a:lstStyle>
            <a:lvl1pPr marL="0" indent="0" algn="ctr">
              <a:buNone/>
              <a:defRPr sz="2800" b="1" u="sng" baseline="0">
                <a:solidFill>
                  <a:schemeClr val="accent5">
                    <a:lumMod val="50000"/>
                  </a:schemeClr>
                </a:solidFill>
              </a:defRPr>
            </a:lvl1pPr>
          </a:lstStyle>
          <a:p>
            <a:pPr lvl="0"/>
            <a:r>
              <a:rPr lang="en-US" dirty="0"/>
              <a:t>(click to edit)  REFERENCES</a:t>
            </a:r>
          </a:p>
        </p:txBody>
      </p:sp>
      <p:sp>
        <p:nvSpPr>
          <p:cNvPr id="28" name="Text Placeholder 3"/>
          <p:cNvSpPr>
            <a:spLocks noGrp="1"/>
          </p:cNvSpPr>
          <p:nvPr>
            <p:ph type="body" sz="quarter" idx="28" hasCustomPrompt="1"/>
          </p:nvPr>
        </p:nvSpPr>
        <p:spPr>
          <a:xfrm>
            <a:off x="10842726" y="13648379"/>
            <a:ext cx="10094847" cy="634878"/>
          </a:xfrm>
          <a:prstGeom prst="rect">
            <a:avLst/>
          </a:prstGeom>
        </p:spPr>
        <p:txBody>
          <a:bodyPr wrap="square" lIns="158267" tIns="158267" rIns="158267" bIns="158267" anchor="t" anchorCtr="0">
            <a:spAutoFit/>
          </a:bodyPr>
          <a:lstStyle>
            <a:lvl1pPr marL="0" indent="0">
              <a:buNone/>
              <a:defRPr sz="2000">
                <a:solidFill>
                  <a:schemeClr val="accent5">
                    <a:lumMod val="50000"/>
                  </a:schemeClr>
                </a:solidFill>
                <a:latin typeface="Times New Roman" panose="02020603050405020304" pitchFamily="18"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10854419" y="23617471"/>
            <a:ext cx="10085926" cy="566030"/>
          </a:xfrm>
          <a:prstGeom prst="rect">
            <a:avLst/>
          </a:prstGeom>
          <a:noFill/>
        </p:spPr>
        <p:txBody>
          <a:bodyPr wrap="square" lIns="63307" tIns="63307" rIns="63307" bIns="63307" anchor="t" anchorCtr="0">
            <a:spAutoFit/>
          </a:bodyPr>
          <a:lstStyle>
            <a:lvl1pPr marL="0" indent="0" algn="ctr">
              <a:buNone/>
              <a:defRPr sz="2800" b="1" u="sng" baseline="0">
                <a:solidFill>
                  <a:schemeClr val="accent5">
                    <a:lumMod val="50000"/>
                  </a:schemeClr>
                </a:solidFill>
              </a:defRPr>
            </a:lvl1pPr>
          </a:lstStyle>
          <a:p>
            <a:pPr lvl="0"/>
            <a:r>
              <a:rPr lang="en-US" dirty="0"/>
              <a:t>(click to edit)  ACKNOWLEDGEMENTS or  CONTACT</a:t>
            </a:r>
          </a:p>
        </p:txBody>
      </p:sp>
      <p:sp>
        <p:nvSpPr>
          <p:cNvPr id="30" name="Text Placeholder 3"/>
          <p:cNvSpPr>
            <a:spLocks noGrp="1"/>
          </p:cNvSpPr>
          <p:nvPr>
            <p:ph type="body" sz="quarter" idx="30" hasCustomPrompt="1"/>
          </p:nvPr>
        </p:nvSpPr>
        <p:spPr>
          <a:xfrm>
            <a:off x="10846595" y="24192709"/>
            <a:ext cx="10090978" cy="634878"/>
          </a:xfrm>
          <a:prstGeom prst="rect">
            <a:avLst/>
          </a:prstGeom>
        </p:spPr>
        <p:txBody>
          <a:bodyPr wrap="square" lIns="158267" tIns="158267" rIns="158267" bIns="158267" anchor="t" anchorCtr="0">
            <a:spAutoFit/>
          </a:bodyPr>
          <a:lstStyle>
            <a:lvl1pPr marL="0" indent="0">
              <a:buNone/>
              <a:defRPr sz="2000">
                <a:solidFill>
                  <a:schemeClr val="accent5">
                    <a:lumMod val="50000"/>
                  </a:schemeClr>
                </a:solidFill>
                <a:latin typeface="Times New Roman" panose="02020603050405020304" pitchFamily="18"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Type in or paste your text here</a:t>
            </a:r>
          </a:p>
        </p:txBody>
      </p:sp>
      <p:sp>
        <p:nvSpPr>
          <p:cNvPr id="60" name="Text Placeholder 3"/>
          <p:cNvSpPr>
            <a:spLocks noGrp="1"/>
          </p:cNvSpPr>
          <p:nvPr>
            <p:ph type="body" sz="quarter" idx="96" hasCustomPrompt="1"/>
          </p:nvPr>
        </p:nvSpPr>
        <p:spPr>
          <a:xfrm>
            <a:off x="440616" y="13633726"/>
            <a:ext cx="10102728" cy="634878"/>
          </a:xfrm>
          <a:prstGeom prst="rect">
            <a:avLst/>
          </a:prstGeom>
        </p:spPr>
        <p:txBody>
          <a:bodyPr wrap="square" lIns="158267" tIns="158267" rIns="158267" bIns="158267" anchor="t" anchorCtr="0">
            <a:spAutoFit/>
          </a:bodyPr>
          <a:lstStyle>
            <a:lvl1pPr marL="0" indent="0">
              <a:buNone/>
              <a:defRPr sz="2000">
                <a:solidFill>
                  <a:schemeClr val="accent5">
                    <a:lumMod val="50000"/>
                  </a:schemeClr>
                </a:solidFill>
                <a:latin typeface="Times New Roman" panose="02020603050405020304" pitchFamily="18"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Type in or paste your text here</a:t>
            </a:r>
          </a:p>
        </p:txBody>
      </p:sp>
      <p:sp>
        <p:nvSpPr>
          <p:cNvPr id="76" name="Text Placeholder 76"/>
          <p:cNvSpPr>
            <a:spLocks noGrp="1"/>
          </p:cNvSpPr>
          <p:nvPr>
            <p:ph type="body" sz="quarter" idx="150" hasCustomPrompt="1"/>
          </p:nvPr>
        </p:nvSpPr>
        <p:spPr>
          <a:xfrm>
            <a:off x="2890078" y="3554249"/>
            <a:ext cx="15608232" cy="716936"/>
          </a:xfrm>
          <a:prstGeom prst="rect">
            <a:avLst/>
          </a:prstGeom>
        </p:spPr>
        <p:txBody>
          <a:bodyPr lIns="54681" tIns="27341" rIns="54681" bIns="27341" anchor="t" anchorCtr="0">
            <a:spAutoFit/>
          </a:bodyPr>
          <a:lstStyle>
            <a:lvl1pPr marL="0" indent="0" algn="ctr">
              <a:buFontTx/>
              <a:buNone/>
              <a:defRPr sz="4300">
                <a:solidFill>
                  <a:schemeClr val="accent5">
                    <a:lumMod val="50000"/>
                  </a:schemeClr>
                </a:solidFill>
                <a:latin typeface="+mj-lt"/>
              </a:defRPr>
            </a:lvl1pPr>
            <a:lvl2pPr>
              <a:buFontTx/>
              <a:buNone/>
              <a:defRPr sz="4300"/>
            </a:lvl2pPr>
            <a:lvl3pPr>
              <a:buFontTx/>
              <a:buNone/>
              <a:defRPr sz="4300"/>
            </a:lvl3pPr>
            <a:lvl4pPr>
              <a:buFontTx/>
              <a:buNone/>
              <a:defRPr sz="4300"/>
            </a:lvl4pPr>
            <a:lvl5pPr>
              <a:buFontTx/>
              <a:buNone/>
              <a:defRPr sz="4300"/>
            </a:lvl5pPr>
          </a:lstStyle>
          <a:p>
            <a:pPr lvl="0"/>
            <a:r>
              <a:rPr lang="en-US" dirty="0"/>
              <a:t>Click here to add affiliations</a:t>
            </a:r>
          </a:p>
        </p:txBody>
      </p:sp>
      <p:sp>
        <p:nvSpPr>
          <p:cNvPr id="79" name="Text Placeholder 76"/>
          <p:cNvSpPr>
            <a:spLocks noGrp="1"/>
          </p:cNvSpPr>
          <p:nvPr>
            <p:ph type="body" sz="quarter" idx="151" hasCustomPrompt="1"/>
          </p:nvPr>
        </p:nvSpPr>
        <p:spPr>
          <a:xfrm>
            <a:off x="2890078" y="2235565"/>
            <a:ext cx="15608232" cy="1117045"/>
          </a:xfrm>
          <a:prstGeom prst="rect">
            <a:avLst/>
          </a:prstGeom>
        </p:spPr>
        <p:txBody>
          <a:bodyPr lIns="54681" tIns="27341" rIns="54681" bIns="27341" anchor="t" anchorCtr="0">
            <a:spAutoFit/>
          </a:bodyPr>
          <a:lstStyle>
            <a:lvl1pPr marL="0" indent="0" algn="ctr">
              <a:buFontTx/>
              <a:buNone/>
              <a:defRPr sz="6900">
                <a:solidFill>
                  <a:schemeClr val="accent5">
                    <a:lumMod val="50000"/>
                  </a:schemeClr>
                </a:solidFill>
                <a:latin typeface="+mj-lt"/>
              </a:defRPr>
            </a:lvl1pPr>
            <a:lvl2pPr>
              <a:buFontTx/>
              <a:buNone/>
              <a:defRPr sz="4300"/>
            </a:lvl2pPr>
            <a:lvl3pPr>
              <a:buFontTx/>
              <a:buNone/>
              <a:defRPr sz="4300"/>
            </a:lvl3pPr>
            <a:lvl4pPr>
              <a:buFontTx/>
              <a:buNone/>
              <a:defRPr sz="4300"/>
            </a:lvl4pPr>
            <a:lvl5pPr>
              <a:buFontTx/>
              <a:buNone/>
              <a:defRPr sz="4300"/>
            </a:lvl5pPr>
          </a:lstStyle>
          <a:p>
            <a:pPr lvl="0"/>
            <a:r>
              <a:rPr lang="en-US" dirty="0"/>
              <a:t>Click here to add authors</a:t>
            </a:r>
          </a:p>
        </p:txBody>
      </p:sp>
      <p:sp>
        <p:nvSpPr>
          <p:cNvPr id="80" name="Text Placeholder 76"/>
          <p:cNvSpPr>
            <a:spLocks noGrp="1"/>
          </p:cNvSpPr>
          <p:nvPr>
            <p:ph type="body" sz="quarter" idx="153" hasCustomPrompt="1"/>
          </p:nvPr>
        </p:nvSpPr>
        <p:spPr>
          <a:xfrm>
            <a:off x="2890078" y="348658"/>
            <a:ext cx="15608232" cy="1286322"/>
          </a:xfrm>
          <a:prstGeom prst="rect">
            <a:avLst/>
          </a:prstGeom>
        </p:spPr>
        <p:txBody>
          <a:bodyPr lIns="54681" tIns="27341" rIns="54681" bIns="27341" anchor="t" anchorCtr="0">
            <a:spAutoFit/>
          </a:bodyPr>
          <a:lstStyle>
            <a:lvl1pPr marL="0" indent="0" algn="ctr">
              <a:buFontTx/>
              <a:buNone/>
              <a:defRPr sz="8000" b="1">
                <a:solidFill>
                  <a:schemeClr val="accent5">
                    <a:lumMod val="50000"/>
                  </a:schemeClr>
                </a:solidFill>
                <a:latin typeface="+mj-lt"/>
              </a:defRPr>
            </a:lvl1pPr>
            <a:lvl2pPr>
              <a:buFontTx/>
              <a:buNone/>
              <a:defRPr sz="4300"/>
            </a:lvl2pPr>
            <a:lvl3pPr>
              <a:buFontTx/>
              <a:buNone/>
              <a:defRPr sz="4300"/>
            </a:lvl3pPr>
            <a:lvl4pPr>
              <a:buFontTx/>
              <a:buNone/>
              <a:defRPr sz="4300"/>
            </a:lvl4pPr>
            <a:lvl5pPr>
              <a:buFontTx/>
              <a:buNone/>
              <a:defRPr sz="4300"/>
            </a:lvl5pPr>
          </a:lstStyle>
          <a:p>
            <a:pPr lvl="0"/>
            <a:r>
              <a:rPr lang="en-US" dirty="0"/>
              <a:t>Click here to add title</a:t>
            </a:r>
          </a:p>
        </p:txBody>
      </p:sp>
    </p:spTree>
    <p:extLst>
      <p:ext uri="{BB962C8B-B14F-4D97-AF65-F5344CB8AC3E}">
        <p14:creationId xmlns:p14="http://schemas.microsoft.com/office/powerpoint/2010/main" val="34164574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Wide center column">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440616" y="5404020"/>
            <a:ext cx="4900732" cy="634878"/>
          </a:xfrm>
          <a:prstGeom prst="rect">
            <a:avLst/>
          </a:prstGeom>
        </p:spPr>
        <p:txBody>
          <a:bodyPr wrap="square" lIns="158267" tIns="158267" rIns="158267" bIns="158267" anchor="t" anchorCtr="0">
            <a:spAutoFit/>
          </a:bodyPr>
          <a:lstStyle>
            <a:lvl1pPr marL="0" indent="0">
              <a:buNone/>
              <a:defRPr sz="2000">
                <a:solidFill>
                  <a:schemeClr val="accent5">
                    <a:lumMod val="50000"/>
                  </a:schemeClr>
                </a:solidFill>
                <a:latin typeface="Times New Roman" panose="02020603050405020304" pitchFamily="18"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Enter your text here</a:t>
            </a:r>
          </a:p>
        </p:txBody>
      </p:sp>
      <p:sp>
        <p:nvSpPr>
          <p:cNvPr id="6" name="Text Placeholder 5"/>
          <p:cNvSpPr>
            <a:spLocks noGrp="1"/>
          </p:cNvSpPr>
          <p:nvPr>
            <p:ph type="body" sz="quarter" idx="11" hasCustomPrompt="1"/>
          </p:nvPr>
        </p:nvSpPr>
        <p:spPr>
          <a:xfrm>
            <a:off x="449463" y="4842926"/>
            <a:ext cx="4896865" cy="553829"/>
          </a:xfrm>
          <a:prstGeom prst="rect">
            <a:avLst/>
          </a:prstGeom>
          <a:noFill/>
        </p:spPr>
        <p:txBody>
          <a:bodyPr lIns="63307" tIns="63307" rIns="63307" bIns="63307" anchor="t" anchorCtr="0">
            <a:spAutoFit/>
          </a:bodyPr>
          <a:lstStyle>
            <a:lvl1pPr marL="0" indent="0" algn="ctr">
              <a:buNone/>
              <a:defRPr sz="2800" b="1" u="sng" baseline="0">
                <a:solidFill>
                  <a:schemeClr val="accent5">
                    <a:lumMod val="50000"/>
                  </a:schemeClr>
                </a:solidFill>
              </a:defRPr>
            </a:lvl1pPr>
          </a:lstStyle>
          <a:p>
            <a:pPr lvl="0"/>
            <a:r>
              <a:rPr lang="en-US" dirty="0"/>
              <a:t>(click to add) ABSTRACT</a:t>
            </a:r>
          </a:p>
        </p:txBody>
      </p:sp>
      <p:sp>
        <p:nvSpPr>
          <p:cNvPr id="19" name="Text Placeholder 3"/>
          <p:cNvSpPr>
            <a:spLocks noGrp="1"/>
          </p:cNvSpPr>
          <p:nvPr>
            <p:ph type="body" sz="quarter" idx="19" hasCustomPrompt="1"/>
          </p:nvPr>
        </p:nvSpPr>
        <p:spPr>
          <a:xfrm>
            <a:off x="439841" y="13602881"/>
            <a:ext cx="4901505" cy="634878"/>
          </a:xfrm>
          <a:prstGeom prst="rect">
            <a:avLst/>
          </a:prstGeom>
        </p:spPr>
        <p:txBody>
          <a:bodyPr wrap="square" lIns="158267" tIns="158267" rIns="158267" bIns="158267" anchor="t" anchorCtr="0">
            <a:spAutoFit/>
          </a:bodyPr>
          <a:lstStyle>
            <a:lvl1pPr marL="0" indent="0">
              <a:buNone/>
              <a:defRPr sz="2000">
                <a:solidFill>
                  <a:schemeClr val="accent5">
                    <a:lumMod val="50000"/>
                  </a:schemeClr>
                </a:solidFill>
                <a:latin typeface="Times New Roman" panose="02020603050405020304" pitchFamily="18"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Enter your text here</a:t>
            </a:r>
          </a:p>
        </p:txBody>
      </p:sp>
      <p:sp>
        <p:nvSpPr>
          <p:cNvPr id="20" name="Text Placeholder 5"/>
          <p:cNvSpPr>
            <a:spLocks noGrp="1"/>
          </p:cNvSpPr>
          <p:nvPr>
            <p:ph type="body" sz="quarter" idx="20" hasCustomPrompt="1"/>
          </p:nvPr>
        </p:nvSpPr>
        <p:spPr>
          <a:xfrm>
            <a:off x="449461" y="13071318"/>
            <a:ext cx="4897637" cy="566030"/>
          </a:xfrm>
          <a:prstGeom prst="rect">
            <a:avLst/>
          </a:prstGeom>
          <a:noFill/>
        </p:spPr>
        <p:txBody>
          <a:bodyPr wrap="square" lIns="63307" tIns="63307" rIns="63307" bIns="63307" anchor="t" anchorCtr="0">
            <a:spAutoFit/>
          </a:bodyPr>
          <a:lstStyle>
            <a:lvl1pPr marL="0" indent="0" algn="ctr">
              <a:buNone/>
              <a:defRPr sz="2800" b="1" u="sng" baseline="0">
                <a:solidFill>
                  <a:schemeClr val="accent5">
                    <a:lumMod val="50000"/>
                  </a:schemeClr>
                </a:solidFill>
              </a:defRPr>
            </a:lvl1pPr>
          </a:lstStyle>
          <a:p>
            <a:pPr lvl="0"/>
            <a:r>
              <a:rPr lang="en-US" dirty="0"/>
              <a:t>(click to add)  OBJECTIVES</a:t>
            </a:r>
          </a:p>
        </p:txBody>
      </p:sp>
      <p:sp>
        <p:nvSpPr>
          <p:cNvPr id="21" name="Text Placeholder 3"/>
          <p:cNvSpPr>
            <a:spLocks noGrp="1"/>
          </p:cNvSpPr>
          <p:nvPr>
            <p:ph type="body" sz="quarter" idx="21" hasCustomPrompt="1"/>
          </p:nvPr>
        </p:nvSpPr>
        <p:spPr>
          <a:xfrm>
            <a:off x="5646479" y="5396720"/>
            <a:ext cx="10096977" cy="634878"/>
          </a:xfrm>
          <a:prstGeom prst="rect">
            <a:avLst/>
          </a:prstGeom>
        </p:spPr>
        <p:txBody>
          <a:bodyPr wrap="square" lIns="158267" tIns="158267" rIns="158267" bIns="158267" anchor="t" anchorCtr="0">
            <a:spAutoFit/>
          </a:bodyPr>
          <a:lstStyle>
            <a:lvl1pPr marL="0" indent="0">
              <a:buNone/>
              <a:defRPr sz="2000">
                <a:solidFill>
                  <a:schemeClr val="accent5">
                    <a:lumMod val="50000"/>
                  </a:schemeClr>
                </a:solidFill>
                <a:latin typeface="Times New Roman" panose="02020603050405020304" pitchFamily="18"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Enter your text here</a:t>
            </a:r>
          </a:p>
        </p:txBody>
      </p:sp>
      <p:sp>
        <p:nvSpPr>
          <p:cNvPr id="22" name="Text Placeholder 5"/>
          <p:cNvSpPr>
            <a:spLocks noGrp="1"/>
          </p:cNvSpPr>
          <p:nvPr>
            <p:ph type="body" sz="quarter" idx="22" hasCustomPrompt="1"/>
          </p:nvPr>
        </p:nvSpPr>
        <p:spPr>
          <a:xfrm>
            <a:off x="5646481" y="4842926"/>
            <a:ext cx="10096977" cy="566030"/>
          </a:xfrm>
          <a:prstGeom prst="rect">
            <a:avLst/>
          </a:prstGeom>
          <a:noFill/>
        </p:spPr>
        <p:txBody>
          <a:bodyPr wrap="square" lIns="63307" tIns="63307" rIns="63307" bIns="63307" anchor="t" anchorCtr="0">
            <a:spAutoFit/>
          </a:bodyPr>
          <a:lstStyle>
            <a:lvl1pPr marL="0" indent="0" algn="ctr">
              <a:buNone/>
              <a:defRPr sz="2800" b="1" u="sng" baseline="0">
                <a:solidFill>
                  <a:schemeClr val="accent5">
                    <a:lumMod val="50000"/>
                  </a:schemeClr>
                </a:solidFill>
              </a:defRPr>
            </a:lvl1pPr>
          </a:lstStyle>
          <a:p>
            <a:pPr lvl="0"/>
            <a:r>
              <a:rPr lang="en-US" dirty="0"/>
              <a:t>(header)  MATERIALS &amp; METHODS</a:t>
            </a:r>
          </a:p>
        </p:txBody>
      </p:sp>
      <p:sp>
        <p:nvSpPr>
          <p:cNvPr id="23" name="Text Placeholder 3"/>
          <p:cNvSpPr>
            <a:spLocks noGrp="1"/>
          </p:cNvSpPr>
          <p:nvPr>
            <p:ph type="body" sz="quarter" idx="23" hasCustomPrompt="1"/>
          </p:nvPr>
        </p:nvSpPr>
        <p:spPr>
          <a:xfrm>
            <a:off x="5646481" y="19943639"/>
            <a:ext cx="10096977" cy="634878"/>
          </a:xfrm>
          <a:prstGeom prst="rect">
            <a:avLst/>
          </a:prstGeom>
        </p:spPr>
        <p:txBody>
          <a:bodyPr wrap="square" lIns="158267" tIns="158267" rIns="158267" bIns="158267" anchor="t" anchorCtr="0">
            <a:spAutoFit/>
          </a:bodyPr>
          <a:lstStyle>
            <a:lvl1pPr marL="0" indent="0">
              <a:buNone/>
              <a:defRPr sz="2000">
                <a:solidFill>
                  <a:schemeClr val="accent5">
                    <a:lumMod val="50000"/>
                  </a:schemeClr>
                </a:solidFill>
                <a:latin typeface="Times New Roman" panose="02020603050405020304" pitchFamily="18"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Enter your text here</a:t>
            </a:r>
          </a:p>
        </p:txBody>
      </p:sp>
      <p:sp>
        <p:nvSpPr>
          <p:cNvPr id="24" name="Text Placeholder 5"/>
          <p:cNvSpPr>
            <a:spLocks noGrp="1"/>
          </p:cNvSpPr>
          <p:nvPr>
            <p:ph type="body" sz="quarter" idx="24" hasCustomPrompt="1"/>
          </p:nvPr>
        </p:nvSpPr>
        <p:spPr>
          <a:xfrm>
            <a:off x="5646481" y="19382548"/>
            <a:ext cx="10096977" cy="566030"/>
          </a:xfrm>
          <a:prstGeom prst="rect">
            <a:avLst/>
          </a:prstGeom>
          <a:noFill/>
        </p:spPr>
        <p:txBody>
          <a:bodyPr wrap="square" lIns="63307" tIns="63307" rIns="63307" bIns="63307" anchor="t" anchorCtr="0">
            <a:spAutoFit/>
          </a:bodyPr>
          <a:lstStyle>
            <a:lvl1pPr marL="0" indent="0" algn="ctr">
              <a:buNone/>
              <a:defRPr sz="2800" b="1" u="sng" baseline="0">
                <a:solidFill>
                  <a:schemeClr val="accent5">
                    <a:lumMod val="50000"/>
                  </a:schemeClr>
                </a:solidFill>
              </a:defRPr>
            </a:lvl1pPr>
          </a:lstStyle>
          <a:p>
            <a:pPr lvl="0"/>
            <a:r>
              <a:rPr lang="en-US" dirty="0"/>
              <a:t>(click to add)  RESULTS</a:t>
            </a:r>
          </a:p>
        </p:txBody>
      </p:sp>
      <p:sp>
        <p:nvSpPr>
          <p:cNvPr id="25" name="Text Placeholder 5"/>
          <p:cNvSpPr>
            <a:spLocks noGrp="1"/>
          </p:cNvSpPr>
          <p:nvPr>
            <p:ph type="body" sz="quarter" idx="25" hasCustomPrompt="1"/>
          </p:nvPr>
        </p:nvSpPr>
        <p:spPr>
          <a:xfrm>
            <a:off x="16044385" y="4842926"/>
            <a:ext cx="4895959" cy="566030"/>
          </a:xfrm>
          <a:prstGeom prst="rect">
            <a:avLst/>
          </a:prstGeom>
          <a:noFill/>
        </p:spPr>
        <p:txBody>
          <a:bodyPr wrap="square" lIns="63307" tIns="63307" rIns="63307" bIns="63307" anchor="t" anchorCtr="0">
            <a:spAutoFit/>
          </a:bodyPr>
          <a:lstStyle>
            <a:lvl1pPr marL="0" indent="0" algn="ctr">
              <a:buNone/>
              <a:defRPr sz="2800" b="1" u="sng" baseline="0">
                <a:solidFill>
                  <a:schemeClr val="accent5">
                    <a:lumMod val="50000"/>
                  </a:schemeClr>
                </a:solidFill>
              </a:defRPr>
            </a:lvl1pPr>
          </a:lstStyle>
          <a:p>
            <a:pPr lvl="0"/>
            <a:r>
              <a:rPr lang="en-US" dirty="0"/>
              <a:t>(click to add) CONCLUSIONS</a:t>
            </a:r>
          </a:p>
        </p:txBody>
      </p:sp>
      <p:sp>
        <p:nvSpPr>
          <p:cNvPr id="26" name="Text Placeholder 3"/>
          <p:cNvSpPr>
            <a:spLocks noGrp="1"/>
          </p:cNvSpPr>
          <p:nvPr>
            <p:ph type="body" sz="quarter" idx="26" hasCustomPrompt="1"/>
          </p:nvPr>
        </p:nvSpPr>
        <p:spPr>
          <a:xfrm>
            <a:off x="16044385" y="5404020"/>
            <a:ext cx="4895959" cy="634878"/>
          </a:xfrm>
          <a:prstGeom prst="rect">
            <a:avLst/>
          </a:prstGeom>
        </p:spPr>
        <p:txBody>
          <a:bodyPr wrap="square" lIns="158267" tIns="158267" rIns="158267" bIns="158267" anchor="t" anchorCtr="0">
            <a:spAutoFit/>
          </a:bodyPr>
          <a:lstStyle>
            <a:lvl1pPr marL="0" indent="0">
              <a:buNone/>
              <a:defRPr sz="2000">
                <a:solidFill>
                  <a:schemeClr val="accent5">
                    <a:lumMod val="50000"/>
                  </a:schemeClr>
                </a:solidFill>
                <a:latin typeface="Times New Roman" panose="02020603050405020304" pitchFamily="18"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Enter your text here</a:t>
            </a:r>
          </a:p>
        </p:txBody>
      </p:sp>
      <p:sp>
        <p:nvSpPr>
          <p:cNvPr id="27" name="Text Placeholder 5"/>
          <p:cNvSpPr>
            <a:spLocks noGrp="1"/>
          </p:cNvSpPr>
          <p:nvPr>
            <p:ph type="body" sz="quarter" idx="27" hasCustomPrompt="1"/>
          </p:nvPr>
        </p:nvSpPr>
        <p:spPr>
          <a:xfrm>
            <a:off x="16041612" y="13126708"/>
            <a:ext cx="4895959" cy="566030"/>
          </a:xfrm>
          <a:prstGeom prst="rect">
            <a:avLst/>
          </a:prstGeom>
          <a:noFill/>
        </p:spPr>
        <p:txBody>
          <a:bodyPr wrap="square" lIns="63307" tIns="63307" rIns="63307" bIns="63307" anchor="t" anchorCtr="0">
            <a:spAutoFit/>
          </a:bodyPr>
          <a:lstStyle>
            <a:lvl1pPr marL="0" indent="0" algn="ctr">
              <a:buNone/>
              <a:defRPr sz="2800" b="1" u="sng" baseline="0">
                <a:solidFill>
                  <a:schemeClr val="accent5">
                    <a:lumMod val="50000"/>
                  </a:schemeClr>
                </a:solidFill>
              </a:defRPr>
            </a:lvl1pPr>
          </a:lstStyle>
          <a:p>
            <a:pPr lvl="0"/>
            <a:r>
              <a:rPr lang="en-US" dirty="0"/>
              <a:t>(click to add) REFERENCES</a:t>
            </a:r>
          </a:p>
        </p:txBody>
      </p:sp>
      <p:sp>
        <p:nvSpPr>
          <p:cNvPr id="28" name="Text Placeholder 3"/>
          <p:cNvSpPr>
            <a:spLocks noGrp="1"/>
          </p:cNvSpPr>
          <p:nvPr>
            <p:ph type="body" sz="quarter" idx="28" hasCustomPrompt="1"/>
          </p:nvPr>
        </p:nvSpPr>
        <p:spPr>
          <a:xfrm>
            <a:off x="16073011" y="13687799"/>
            <a:ext cx="4860425" cy="634878"/>
          </a:xfrm>
          <a:prstGeom prst="rect">
            <a:avLst/>
          </a:prstGeom>
        </p:spPr>
        <p:txBody>
          <a:bodyPr wrap="square" lIns="158267" tIns="158267" rIns="158267" bIns="158267" anchor="t" anchorCtr="0">
            <a:spAutoFit/>
          </a:bodyPr>
          <a:lstStyle>
            <a:lvl1pPr marL="0" indent="0">
              <a:buNone/>
              <a:defRPr sz="2000">
                <a:solidFill>
                  <a:schemeClr val="accent5">
                    <a:lumMod val="50000"/>
                  </a:schemeClr>
                </a:solidFill>
                <a:latin typeface="Times New Roman" panose="02020603050405020304" pitchFamily="18"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Enter your text here</a:t>
            </a:r>
          </a:p>
        </p:txBody>
      </p:sp>
      <p:sp>
        <p:nvSpPr>
          <p:cNvPr id="29" name="Text Placeholder 5"/>
          <p:cNvSpPr>
            <a:spLocks noGrp="1"/>
          </p:cNvSpPr>
          <p:nvPr>
            <p:ph type="body" sz="quarter" idx="29" hasCustomPrompt="1"/>
          </p:nvPr>
        </p:nvSpPr>
        <p:spPr>
          <a:xfrm>
            <a:off x="16044385" y="24050024"/>
            <a:ext cx="4895959" cy="553829"/>
          </a:xfrm>
          <a:prstGeom prst="rect">
            <a:avLst/>
          </a:prstGeom>
          <a:noFill/>
        </p:spPr>
        <p:txBody>
          <a:bodyPr wrap="square" lIns="63307" tIns="63307" rIns="63307" bIns="63307" anchor="t" anchorCtr="0">
            <a:spAutoFit/>
          </a:bodyPr>
          <a:lstStyle>
            <a:lvl1pPr marL="0" indent="0" algn="ctr">
              <a:buNone/>
              <a:defRPr sz="2800" b="1" u="sng" baseline="0">
                <a:solidFill>
                  <a:schemeClr val="accent5">
                    <a:lumMod val="50000"/>
                  </a:schemeClr>
                </a:solidFill>
              </a:defRPr>
            </a:lvl1pPr>
          </a:lstStyle>
          <a:p>
            <a:pPr lvl="0"/>
            <a:r>
              <a:rPr lang="en-US" dirty="0"/>
              <a:t>(click to add)  CONTACT</a:t>
            </a:r>
          </a:p>
        </p:txBody>
      </p:sp>
      <p:sp>
        <p:nvSpPr>
          <p:cNvPr id="30" name="Text Placeholder 3"/>
          <p:cNvSpPr>
            <a:spLocks noGrp="1"/>
          </p:cNvSpPr>
          <p:nvPr>
            <p:ph type="body" sz="quarter" idx="30" hasCustomPrompt="1"/>
          </p:nvPr>
        </p:nvSpPr>
        <p:spPr>
          <a:xfrm>
            <a:off x="16035023" y="24659708"/>
            <a:ext cx="4898411" cy="634878"/>
          </a:xfrm>
          <a:prstGeom prst="rect">
            <a:avLst/>
          </a:prstGeom>
        </p:spPr>
        <p:txBody>
          <a:bodyPr wrap="square" lIns="158267" tIns="158267" rIns="158267" bIns="158267" anchor="t" anchorCtr="0">
            <a:spAutoFit/>
          </a:bodyPr>
          <a:lstStyle>
            <a:lvl1pPr marL="47625" indent="-47625">
              <a:buNone/>
              <a:defRPr sz="2000">
                <a:solidFill>
                  <a:schemeClr val="accent5">
                    <a:lumMod val="50000"/>
                  </a:schemeClr>
                </a:solidFill>
                <a:latin typeface="Times New Roman" panose="02020603050405020304" pitchFamily="18"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Enter your text here</a:t>
            </a:r>
          </a:p>
        </p:txBody>
      </p:sp>
      <p:sp>
        <p:nvSpPr>
          <p:cNvPr id="84" name="Text Placeholder 76"/>
          <p:cNvSpPr>
            <a:spLocks noGrp="1"/>
          </p:cNvSpPr>
          <p:nvPr>
            <p:ph type="body" sz="quarter" idx="150" hasCustomPrompt="1"/>
          </p:nvPr>
        </p:nvSpPr>
        <p:spPr>
          <a:xfrm>
            <a:off x="2890078" y="3554249"/>
            <a:ext cx="15608232" cy="716936"/>
          </a:xfrm>
          <a:prstGeom prst="rect">
            <a:avLst/>
          </a:prstGeom>
        </p:spPr>
        <p:txBody>
          <a:bodyPr lIns="54681" tIns="27341" rIns="54681" bIns="27341" anchor="t" anchorCtr="0">
            <a:spAutoFit/>
          </a:bodyPr>
          <a:lstStyle>
            <a:lvl1pPr marL="0" indent="0" algn="ctr">
              <a:buFontTx/>
              <a:buNone/>
              <a:defRPr sz="4300">
                <a:solidFill>
                  <a:schemeClr val="accent5">
                    <a:lumMod val="50000"/>
                  </a:schemeClr>
                </a:solidFill>
                <a:latin typeface="+mj-lt"/>
              </a:defRPr>
            </a:lvl1pPr>
            <a:lvl2pPr>
              <a:buFontTx/>
              <a:buNone/>
              <a:defRPr sz="4300"/>
            </a:lvl2pPr>
            <a:lvl3pPr>
              <a:buFontTx/>
              <a:buNone/>
              <a:defRPr sz="4300"/>
            </a:lvl3pPr>
            <a:lvl4pPr>
              <a:buFontTx/>
              <a:buNone/>
              <a:defRPr sz="4300"/>
            </a:lvl4pPr>
            <a:lvl5pPr>
              <a:buFontTx/>
              <a:buNone/>
              <a:defRPr sz="4300"/>
            </a:lvl5pPr>
          </a:lstStyle>
          <a:p>
            <a:pPr lvl="0"/>
            <a:r>
              <a:rPr lang="en-US" dirty="0"/>
              <a:t>Click here to add affiliations</a:t>
            </a:r>
          </a:p>
        </p:txBody>
      </p:sp>
      <p:sp>
        <p:nvSpPr>
          <p:cNvPr id="85" name="Text Placeholder 76"/>
          <p:cNvSpPr>
            <a:spLocks noGrp="1"/>
          </p:cNvSpPr>
          <p:nvPr>
            <p:ph type="body" sz="quarter" idx="151" hasCustomPrompt="1"/>
          </p:nvPr>
        </p:nvSpPr>
        <p:spPr>
          <a:xfrm>
            <a:off x="2890078" y="2235565"/>
            <a:ext cx="15608232" cy="1117045"/>
          </a:xfrm>
          <a:prstGeom prst="rect">
            <a:avLst/>
          </a:prstGeom>
        </p:spPr>
        <p:txBody>
          <a:bodyPr lIns="54681" tIns="27341" rIns="54681" bIns="27341" anchor="t" anchorCtr="0">
            <a:spAutoFit/>
          </a:bodyPr>
          <a:lstStyle>
            <a:lvl1pPr marL="0" indent="0" algn="ctr">
              <a:buFontTx/>
              <a:buNone/>
              <a:defRPr sz="6900">
                <a:solidFill>
                  <a:schemeClr val="accent5">
                    <a:lumMod val="50000"/>
                  </a:schemeClr>
                </a:solidFill>
                <a:latin typeface="+mj-lt"/>
              </a:defRPr>
            </a:lvl1pPr>
            <a:lvl2pPr>
              <a:buFontTx/>
              <a:buNone/>
              <a:defRPr sz="4300"/>
            </a:lvl2pPr>
            <a:lvl3pPr>
              <a:buFontTx/>
              <a:buNone/>
              <a:defRPr sz="4300"/>
            </a:lvl3pPr>
            <a:lvl4pPr>
              <a:buFontTx/>
              <a:buNone/>
              <a:defRPr sz="4300"/>
            </a:lvl4pPr>
            <a:lvl5pPr>
              <a:buFontTx/>
              <a:buNone/>
              <a:defRPr sz="4300"/>
            </a:lvl5pPr>
          </a:lstStyle>
          <a:p>
            <a:pPr lvl="0"/>
            <a:r>
              <a:rPr lang="en-US" dirty="0"/>
              <a:t>Click here to add authors</a:t>
            </a:r>
          </a:p>
        </p:txBody>
      </p:sp>
      <p:sp>
        <p:nvSpPr>
          <p:cNvPr id="86" name="Text Placeholder 76"/>
          <p:cNvSpPr>
            <a:spLocks noGrp="1"/>
          </p:cNvSpPr>
          <p:nvPr>
            <p:ph type="body" sz="quarter" idx="178" hasCustomPrompt="1"/>
          </p:nvPr>
        </p:nvSpPr>
        <p:spPr>
          <a:xfrm>
            <a:off x="2890078" y="348658"/>
            <a:ext cx="15608232" cy="1286322"/>
          </a:xfrm>
          <a:prstGeom prst="rect">
            <a:avLst/>
          </a:prstGeom>
        </p:spPr>
        <p:txBody>
          <a:bodyPr lIns="54681" tIns="27341" rIns="54681" bIns="27341" anchor="t" anchorCtr="0">
            <a:spAutoFit/>
          </a:bodyPr>
          <a:lstStyle>
            <a:lvl1pPr marL="0" indent="0" algn="ctr">
              <a:buFontTx/>
              <a:buNone/>
              <a:defRPr sz="8000" b="1">
                <a:solidFill>
                  <a:schemeClr val="accent5">
                    <a:lumMod val="50000"/>
                  </a:schemeClr>
                </a:solidFill>
                <a:latin typeface="+mj-lt"/>
              </a:defRPr>
            </a:lvl1pPr>
            <a:lvl2pPr>
              <a:buFontTx/>
              <a:buNone/>
              <a:defRPr sz="4300"/>
            </a:lvl2pPr>
            <a:lvl3pPr>
              <a:buFontTx/>
              <a:buNone/>
              <a:defRPr sz="4300"/>
            </a:lvl3pPr>
            <a:lvl4pPr>
              <a:buFontTx/>
              <a:buNone/>
              <a:defRPr sz="4300"/>
            </a:lvl4pPr>
            <a:lvl5pPr>
              <a:buFontTx/>
              <a:buNone/>
              <a:defRPr sz="4300"/>
            </a:lvl5pPr>
          </a:lstStyle>
          <a:p>
            <a:pPr lvl="0"/>
            <a:r>
              <a:rPr lang="en-US" dirty="0"/>
              <a:t>Click here to add title</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png"/><Relationship Id="rId7" Type="http://schemas.openxmlformats.org/officeDocument/2006/relationships/hyperlink" Target="https://www.posterpresentations.com/how-to-change-the-research-poster-template-colors.html" TargetMode="External"/><Relationship Id="rId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6.png"/></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png"/><Relationship Id="rId7" Type="http://schemas.openxmlformats.org/officeDocument/2006/relationships/hyperlink" Target="https://www.posterpresentations.com/how-to-change-the-research-poster-template-colors.html" TargetMode="External"/><Relationship Id="rId2" Type="http://schemas.openxmlformats.org/officeDocument/2006/relationships/theme" Target="../theme/theme3.xm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6.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 name="Text Box 14"/>
          <p:cNvSpPr txBox="1">
            <a:spLocks noChangeArrowheads="1"/>
          </p:cNvSpPr>
          <p:nvPr/>
        </p:nvSpPr>
        <p:spPr bwMode="auto">
          <a:xfrm>
            <a:off x="1086753" y="29699043"/>
            <a:ext cx="1578661" cy="227772"/>
          </a:xfrm>
          <a:prstGeom prst="rect">
            <a:avLst/>
          </a:prstGeom>
          <a:noFill/>
          <a:ln w="9525">
            <a:noFill/>
            <a:miter lim="800000"/>
            <a:headEnd/>
            <a:tailEnd/>
          </a:ln>
          <a:effectLst/>
        </p:spPr>
        <p:txBody>
          <a:bodyPr wrap="square" lIns="63187" tIns="31588" rIns="63187" bIns="31588">
            <a:spAutoFit/>
          </a:bodyPr>
          <a:lstStyle/>
          <a:p>
            <a:pPr eaLnBrk="0" hangingPunct="0">
              <a:lnSpc>
                <a:spcPct val="65000"/>
              </a:lnSpc>
              <a:spcBef>
                <a:spcPct val="50000"/>
              </a:spcBef>
              <a:defRPr/>
            </a:pPr>
            <a:r>
              <a:rPr lang="en-US" sz="400" b="1" dirty="0">
                <a:solidFill>
                  <a:schemeClr val="bg1">
                    <a:lumMod val="75000"/>
                  </a:schemeClr>
                </a:solidFill>
                <a:latin typeface="Arial" charset="0"/>
              </a:rPr>
              <a:t>RESEARCH POSTER PRESENTATION DESIGN © 2012</a:t>
            </a:r>
          </a:p>
          <a:p>
            <a:pPr eaLnBrk="0" hangingPunct="0">
              <a:lnSpc>
                <a:spcPct val="65000"/>
              </a:lnSpc>
              <a:spcBef>
                <a:spcPct val="50000"/>
              </a:spcBef>
              <a:defRPr/>
            </a:pPr>
            <a:r>
              <a:rPr lang="en-US" sz="700" b="1" dirty="0">
                <a:solidFill>
                  <a:schemeClr val="bg1">
                    <a:lumMod val="75000"/>
                  </a:schemeClr>
                </a:solidFill>
                <a:latin typeface="Arial" charset="0"/>
              </a:rPr>
              <a:t>www.PosterPresentations.com</a:t>
            </a:r>
          </a:p>
        </p:txBody>
      </p:sp>
      <p:sp>
        <p:nvSpPr>
          <p:cNvPr id="65" name="Text Box 14"/>
          <p:cNvSpPr txBox="1">
            <a:spLocks noChangeArrowheads="1"/>
          </p:cNvSpPr>
          <p:nvPr userDrawn="1"/>
        </p:nvSpPr>
        <p:spPr bwMode="auto">
          <a:xfrm>
            <a:off x="1011866" y="29556350"/>
            <a:ext cx="1862933" cy="258718"/>
          </a:xfrm>
          <a:prstGeom prst="rect">
            <a:avLst/>
          </a:prstGeom>
          <a:noFill/>
          <a:ln w="9525">
            <a:noFill/>
            <a:miter lim="800000"/>
            <a:headEnd/>
            <a:tailEnd/>
          </a:ln>
          <a:effectLst/>
        </p:spPr>
        <p:txBody>
          <a:bodyPr wrap="square" lIns="63187" tIns="31588" rIns="63187" bIns="31588">
            <a:spAutoFit/>
          </a:bodyPr>
          <a:lstStyle/>
          <a:p>
            <a:pPr eaLnBrk="0" hangingPunct="0">
              <a:lnSpc>
                <a:spcPct val="65000"/>
              </a:lnSpc>
              <a:spcBef>
                <a:spcPct val="50000"/>
              </a:spcBef>
              <a:defRPr/>
            </a:pPr>
            <a:r>
              <a:rPr lang="en-US" sz="500" b="1" dirty="0">
                <a:solidFill>
                  <a:schemeClr val="bg1">
                    <a:lumMod val="75000"/>
                  </a:schemeClr>
                </a:solidFill>
                <a:latin typeface="Arial" charset="0"/>
              </a:rPr>
              <a:t>RESEARCH POSTER PRESENTATION DESIGN © 2019</a:t>
            </a:r>
          </a:p>
          <a:p>
            <a:pPr eaLnBrk="0" hangingPunct="0">
              <a:lnSpc>
                <a:spcPct val="65000"/>
              </a:lnSpc>
              <a:spcBef>
                <a:spcPct val="50000"/>
              </a:spcBef>
              <a:defRPr/>
            </a:pPr>
            <a:r>
              <a:rPr lang="en-US" sz="800" b="1" dirty="0">
                <a:solidFill>
                  <a:schemeClr val="bg1">
                    <a:lumMod val="75000"/>
                  </a:schemeClr>
                </a:solidFill>
                <a:latin typeface="Arial" charset="0"/>
              </a:rPr>
              <a:t>www.PosterPresentations.com</a:t>
            </a:r>
          </a:p>
        </p:txBody>
      </p:sp>
      <p:graphicFrame>
        <p:nvGraphicFramePr>
          <p:cNvPr id="64" name="Table 63">
            <a:extLst>
              <a:ext uri="{FF2B5EF4-FFF2-40B4-BE49-F238E27FC236}">
                <a16:creationId xmlns:a16="http://schemas.microsoft.com/office/drawing/2014/main" id="{C23477C7-2109-2A49-BFE0-4466A30DCDCB}"/>
              </a:ext>
            </a:extLst>
          </p:cNvPr>
          <p:cNvGraphicFramePr>
            <a:graphicFrameLocks noGrp="1"/>
          </p:cNvGraphicFramePr>
          <p:nvPr userDrawn="1">
            <p:extLst>
              <p:ext uri="{D42A27DB-BD31-4B8C-83A1-F6EECF244321}">
                <p14:modId xmlns:p14="http://schemas.microsoft.com/office/powerpoint/2010/main" val="2060074139"/>
              </p:ext>
            </p:extLst>
          </p:nvPr>
        </p:nvGraphicFramePr>
        <p:xfrm>
          <a:off x="-8726467" y="34253"/>
          <a:ext cx="8117859" cy="30210616"/>
        </p:xfrm>
        <a:graphic>
          <a:graphicData uri="http://schemas.openxmlformats.org/drawingml/2006/table">
            <a:tbl>
              <a:tblPr firstRow="1" bandRow="1">
                <a:tableStyleId>{5C22544A-7EE6-4342-B048-85BDC9FD1C3A}</a:tableStyleId>
              </a:tblPr>
              <a:tblGrid>
                <a:gridCol w="3480873">
                  <a:extLst>
                    <a:ext uri="{9D8B030D-6E8A-4147-A177-3AD203B41FA5}">
                      <a16:colId xmlns:a16="http://schemas.microsoft.com/office/drawing/2014/main" val="20000"/>
                    </a:ext>
                  </a:extLst>
                </a:gridCol>
                <a:gridCol w="4636986">
                  <a:extLst>
                    <a:ext uri="{9D8B030D-6E8A-4147-A177-3AD203B41FA5}">
                      <a16:colId xmlns:a16="http://schemas.microsoft.com/office/drawing/2014/main" val="20001"/>
                    </a:ext>
                  </a:extLst>
                </a:gridCol>
              </a:tblGrid>
              <a:tr h="1170739">
                <a:tc gridSpan="2">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3200" b="0" spc="600" dirty="0">
                          <a:solidFill>
                            <a:srgbClr val="1F3A4E"/>
                          </a:solidFill>
                          <a:latin typeface="Arial Black" panose="020B0A04020102020204" pitchFamily="34" charset="0"/>
                        </a:rPr>
                        <a:t>QUICK START GUIDE</a:t>
                      </a:r>
                      <a:br>
                        <a:rPr lang="en-US" sz="3200" b="0" spc="600" dirty="0">
                          <a:solidFill>
                            <a:srgbClr val="1F3A4E"/>
                          </a:solidFill>
                          <a:latin typeface="Arial Black" panose="020B0A04020102020204" pitchFamily="34" charset="0"/>
                        </a:rPr>
                      </a:br>
                      <a:r>
                        <a:rPr lang="en-US" sz="2400" b="1" spc="0" dirty="0">
                          <a:solidFill>
                            <a:srgbClr val="FF0000"/>
                          </a:solidFill>
                          <a:latin typeface="Trebuchet MS" pitchFamily="34" charset="0"/>
                        </a:rPr>
                        <a:t>(THIS SIDEBAR WILL NOT PRINT)</a:t>
                      </a:r>
                      <a:endParaRPr lang="en-US" sz="3200" b="1" spc="600" dirty="0">
                        <a:solidFill>
                          <a:schemeClr val="bg1"/>
                        </a:solidFill>
                        <a:latin typeface="Trebuchet MS" pitchFamily="34" charset="0"/>
                      </a:endParaRPr>
                    </a:p>
                  </a:txBody>
                  <a:tcPr marL="182880" marT="137160">
                    <a:solidFill>
                      <a:srgbClr val="FFC000"/>
                    </a:solidFill>
                  </a:tcPr>
                </a:tc>
                <a:tc hMerge="1">
                  <a:txBody>
                    <a:bodyPr/>
                    <a:lstStyle/>
                    <a:p>
                      <a:endParaRPr lang="en-US" dirty="0"/>
                    </a:p>
                  </a:txBody>
                  <a:tcPr/>
                </a:tc>
                <a:extLst>
                  <a:ext uri="{0D108BD9-81ED-4DB2-BD59-A6C34878D82A}">
                    <a16:rowId xmlns:a16="http://schemas.microsoft.com/office/drawing/2014/main" val="10000"/>
                  </a:ext>
                </a:extLst>
              </a:tr>
              <a:tr h="3598933">
                <a:tc gridSpan="2">
                  <a:txBody>
                    <a:bodyPr/>
                    <a:lstStyle/>
                    <a:p>
                      <a:pPr defTabSz="3765639"/>
                      <a:r>
                        <a:rPr lang="en-US" sz="1800" i="0" dirty="0">
                          <a:solidFill>
                            <a:srgbClr val="D9D9D9"/>
                          </a:solidFill>
                          <a:latin typeface="Arial"/>
                          <a:cs typeface="Arial"/>
                        </a:rPr>
                        <a:t>This PowerPoint template produces a </a:t>
                      </a:r>
                      <a:r>
                        <a:rPr lang="en-US" sz="1800" i="0" dirty="0">
                          <a:solidFill>
                            <a:srgbClr val="FFC000"/>
                          </a:solidFill>
                          <a:latin typeface="Arial"/>
                          <a:cs typeface="Arial"/>
                        </a:rPr>
                        <a:t>A1 </a:t>
                      </a:r>
                      <a:r>
                        <a:rPr lang="en-US" sz="1800" i="0" dirty="0">
                          <a:solidFill>
                            <a:srgbClr val="D9D9D9"/>
                          </a:solidFill>
                          <a:latin typeface="Arial"/>
                          <a:cs typeface="Arial"/>
                        </a:rPr>
                        <a:t>presentation poster. You can use it to create your research poster by placing your title, subtitle, text, tables, charts and photos. </a:t>
                      </a:r>
                    </a:p>
                    <a:p>
                      <a:pPr defTabSz="3765639"/>
                      <a:endParaRPr lang="en-US" sz="1800" i="0" dirty="0">
                        <a:solidFill>
                          <a:srgbClr val="D9D9D9"/>
                        </a:solidFill>
                        <a:latin typeface="Arial"/>
                        <a:cs typeface="Arial"/>
                      </a:endParaRPr>
                    </a:p>
                    <a:p>
                      <a:pPr defTabSz="3765639"/>
                      <a:r>
                        <a:rPr lang="en-US" sz="1800" i="0" dirty="0">
                          <a:solidFill>
                            <a:srgbClr val="D9D9D9"/>
                          </a:solidFill>
                          <a:latin typeface="Arial"/>
                          <a:cs typeface="Arial"/>
                        </a:rPr>
                        <a:t>We provide a series of online tutorials that will guide you through the poster design process and answer your poster production questions. For complete template tutorials, go online to </a:t>
                      </a:r>
                      <a:r>
                        <a:rPr lang="en-US" sz="1800" i="0" dirty="0" err="1">
                          <a:solidFill>
                            <a:srgbClr val="FFC000"/>
                          </a:solidFill>
                          <a:latin typeface="Arial"/>
                          <a:cs typeface="Arial"/>
                        </a:rPr>
                        <a:t>PosterPresentations.com</a:t>
                      </a:r>
                      <a:r>
                        <a:rPr lang="en-US" sz="1800" i="0" dirty="0">
                          <a:solidFill>
                            <a:srgbClr val="D9D9D9"/>
                          </a:solidFill>
                          <a:latin typeface="Arial"/>
                          <a:cs typeface="Arial"/>
                        </a:rPr>
                        <a:t> and click on the  </a:t>
                      </a:r>
                      <a:r>
                        <a:rPr lang="en-US" sz="1800" i="0" dirty="0">
                          <a:solidFill>
                            <a:srgbClr val="FFC000"/>
                          </a:solidFill>
                          <a:latin typeface="Arial"/>
                          <a:cs typeface="Arial"/>
                        </a:rPr>
                        <a:t>HELP DESK</a:t>
                      </a:r>
                      <a:r>
                        <a:rPr lang="en-US" sz="1800" i="0" baseline="0" dirty="0">
                          <a:solidFill>
                            <a:srgbClr val="D9D9D9"/>
                          </a:solidFill>
                          <a:latin typeface="Arial"/>
                          <a:cs typeface="Arial"/>
                        </a:rPr>
                        <a:t> </a:t>
                      </a:r>
                      <a:r>
                        <a:rPr lang="en-US" sz="1800" i="0" dirty="0">
                          <a:solidFill>
                            <a:srgbClr val="D9D9D9"/>
                          </a:solidFill>
                          <a:latin typeface="Arial"/>
                          <a:cs typeface="Arial"/>
                        </a:rPr>
                        <a:t>tab.</a:t>
                      </a:r>
                    </a:p>
                    <a:p>
                      <a:pPr defTabSz="3765639"/>
                      <a:endParaRPr lang="en-US" sz="1800" i="0" dirty="0">
                        <a:solidFill>
                          <a:srgbClr val="D9D9D9"/>
                        </a:solidFill>
                        <a:latin typeface="Arial"/>
                        <a:cs typeface="Arial"/>
                      </a:endParaRPr>
                    </a:p>
                    <a:p>
                      <a:pPr defTabSz="3765639"/>
                      <a:r>
                        <a:rPr lang="en-US" sz="1800" i="0" dirty="0">
                          <a:solidFill>
                            <a:srgbClr val="D9D9D9"/>
                          </a:solidFill>
                          <a:latin typeface="Arial"/>
                          <a:cs typeface="Arial"/>
                        </a:rPr>
                        <a:t>To print your poster using our same-day professional printing service, go online to </a:t>
                      </a:r>
                      <a:r>
                        <a:rPr lang="en-US" sz="1800" i="0" dirty="0" err="1">
                          <a:solidFill>
                            <a:srgbClr val="FFC000"/>
                          </a:solidFill>
                          <a:latin typeface="Arial"/>
                          <a:cs typeface="Arial"/>
                        </a:rPr>
                        <a:t>PosterPresentations.com</a:t>
                      </a:r>
                      <a:r>
                        <a:rPr lang="en-US" sz="1800" i="0" dirty="0">
                          <a:solidFill>
                            <a:srgbClr val="D9D9D9"/>
                          </a:solidFill>
                          <a:latin typeface="Arial"/>
                          <a:cs typeface="Arial"/>
                        </a:rPr>
                        <a:t> and click on "</a:t>
                      </a:r>
                      <a:r>
                        <a:rPr lang="en-US" sz="1800" i="0" dirty="0">
                          <a:solidFill>
                            <a:srgbClr val="FFC000"/>
                          </a:solidFill>
                          <a:latin typeface="Arial"/>
                          <a:cs typeface="Arial"/>
                        </a:rPr>
                        <a:t>Order your poster</a:t>
                      </a:r>
                      <a:r>
                        <a:rPr lang="en-US" sz="1800" i="0" dirty="0">
                          <a:solidFill>
                            <a:srgbClr val="D9D9D9"/>
                          </a:solidFill>
                          <a:latin typeface="Arial"/>
                          <a:cs typeface="Arial"/>
                        </a:rPr>
                        <a:t>".</a:t>
                      </a:r>
                      <a:endParaRPr lang="en-US" sz="1800" b="1" dirty="0">
                        <a:solidFill>
                          <a:srgbClr val="D9D9D9"/>
                        </a:solidFill>
                        <a:latin typeface="Arial"/>
                        <a:cs typeface="Arial"/>
                      </a:endParaRPr>
                    </a:p>
                  </a:txBody>
                  <a:tcPr marL="182880" marT="137160">
                    <a:solidFill>
                      <a:srgbClr val="010101"/>
                    </a:solidFill>
                  </a:tcPr>
                </a:tc>
                <a:tc hMerge="1">
                  <a:txBody>
                    <a:bodyPr/>
                    <a:lstStyle/>
                    <a:p>
                      <a:pPr marL="0" indent="0" algn="l" defTabSz="114300"/>
                      <a:endParaRPr lang="en-US" sz="2400" b="0" baseline="0" dirty="0">
                        <a:solidFill>
                          <a:srgbClr val="FFC000"/>
                        </a:solidFill>
                        <a:latin typeface="Arial" panose="020B0604020202020204" pitchFamily="34" charset="0"/>
                        <a:cs typeface="Arial" panose="020B0604020202020204" pitchFamily="34" charset="0"/>
                      </a:endParaRPr>
                    </a:p>
                  </a:txBody>
                  <a:tcPr>
                    <a:solidFill>
                      <a:schemeClr val="tx1">
                        <a:lumMod val="95000"/>
                        <a:lumOff val="5000"/>
                      </a:schemeClr>
                    </a:solidFill>
                  </a:tcPr>
                </a:tc>
                <a:extLst>
                  <a:ext uri="{0D108BD9-81ED-4DB2-BD59-A6C34878D82A}">
                    <a16:rowId xmlns:a16="http://schemas.microsoft.com/office/drawing/2014/main" val="677555919"/>
                  </a:ext>
                </a:extLst>
              </a:tr>
              <a:tr h="4292704">
                <a:tc>
                  <a:txBody>
                    <a:bodyPr/>
                    <a:lstStyle/>
                    <a:p>
                      <a:pPr algn="ctr"/>
                      <a:endParaRPr lang="en-US" sz="1800" dirty="0">
                        <a:solidFill>
                          <a:srgbClr val="1F3A4E"/>
                        </a:solidFill>
                      </a:endParaRPr>
                    </a:p>
                    <a:p>
                      <a:pPr algn="ctr"/>
                      <a:endParaRPr lang="en-US" sz="1800" dirty="0">
                        <a:solidFill>
                          <a:srgbClr val="1F3A4E"/>
                        </a:solidFill>
                      </a:endParaRPr>
                    </a:p>
                    <a:p>
                      <a:pPr algn="ctr"/>
                      <a:r>
                        <a:rPr lang="en-US" sz="1800" dirty="0">
                          <a:solidFill>
                            <a:schemeClr val="bg1"/>
                          </a:solidFill>
                          <a:latin typeface="Arial" panose="020B0604020202020204" pitchFamily="34" charset="0"/>
                          <a:cs typeface="Arial" panose="020B0604020202020204" pitchFamily="34" charset="0"/>
                        </a:rPr>
                        <a:t>This is a poster template for a </a:t>
                      </a:r>
                      <a:br>
                        <a:rPr lang="en-US" sz="1800" dirty="0">
                          <a:solidFill>
                            <a:schemeClr val="bg1"/>
                          </a:solidFill>
                          <a:latin typeface="Arial" panose="020B0604020202020204" pitchFamily="34" charset="0"/>
                          <a:cs typeface="Arial" panose="020B0604020202020204" pitchFamily="34" charset="0"/>
                        </a:rPr>
                      </a:br>
                      <a:r>
                        <a:rPr lang="en-US" sz="3200" b="1" dirty="0">
                          <a:solidFill>
                            <a:srgbClr val="FFC000"/>
                          </a:solidFill>
                          <a:latin typeface="Arial" panose="020B0604020202020204" pitchFamily="34" charset="0"/>
                          <a:cs typeface="Arial" panose="020B0604020202020204" pitchFamily="34" charset="0"/>
                        </a:rPr>
                        <a:t>A1</a:t>
                      </a:r>
                    </a:p>
                    <a:p>
                      <a:pPr marL="0" marR="0" indent="0" algn="ctr" defTabSz="3802180" rtl="0" eaLnBrk="1" fontAlgn="auto" latinLnBrk="0" hangingPunct="1">
                        <a:lnSpc>
                          <a:spcPct val="100000"/>
                        </a:lnSpc>
                        <a:spcBef>
                          <a:spcPts val="0"/>
                        </a:spcBef>
                        <a:spcAft>
                          <a:spcPts val="0"/>
                        </a:spcAft>
                        <a:buClrTx/>
                        <a:buSzTx/>
                        <a:buFontTx/>
                        <a:buNone/>
                        <a:tabLst/>
                        <a:defRPr/>
                      </a:pPr>
                      <a:r>
                        <a:rPr lang="en-US" sz="1800" dirty="0">
                          <a:solidFill>
                            <a:srgbClr val="FFC000"/>
                          </a:solidFill>
                          <a:latin typeface="Arial" panose="020B0604020202020204" pitchFamily="34" charset="0"/>
                          <a:cs typeface="Arial" panose="020B0604020202020204" pitchFamily="34" charset="0"/>
                        </a:rPr>
                        <a:t>594mm x 841mm</a:t>
                      </a:r>
                    </a:p>
                    <a:p>
                      <a:pPr marL="0" marR="0" indent="0" algn="ctr" defTabSz="3802180" rtl="0" eaLnBrk="1" fontAlgn="auto" latinLnBrk="0" hangingPunct="1">
                        <a:lnSpc>
                          <a:spcPct val="100000"/>
                        </a:lnSpc>
                        <a:spcBef>
                          <a:spcPts val="0"/>
                        </a:spcBef>
                        <a:spcAft>
                          <a:spcPts val="0"/>
                        </a:spcAft>
                        <a:buClrTx/>
                        <a:buSzTx/>
                        <a:buFontTx/>
                        <a:buNone/>
                        <a:tabLst/>
                        <a:defRPr/>
                      </a:pPr>
                      <a:r>
                        <a:rPr lang="en-US" sz="1800" dirty="0">
                          <a:solidFill>
                            <a:srgbClr val="FFC000"/>
                          </a:solidFill>
                          <a:latin typeface="Arial" panose="020B0604020202020204" pitchFamily="34" charset="0"/>
                          <a:cs typeface="Arial" panose="020B0604020202020204" pitchFamily="34" charset="0"/>
                        </a:rPr>
                        <a:t>23.39 inches x 33.11 inches</a:t>
                      </a:r>
                      <a:br>
                        <a:rPr lang="en-US" sz="1800" dirty="0">
                          <a:solidFill>
                            <a:schemeClr val="bg1"/>
                          </a:solidFill>
                          <a:latin typeface="Arial" panose="020B0604020202020204" pitchFamily="34" charset="0"/>
                          <a:cs typeface="Arial" panose="020B0604020202020204" pitchFamily="34" charset="0"/>
                        </a:rPr>
                      </a:br>
                      <a:r>
                        <a:rPr lang="en-US" sz="1800" dirty="0">
                          <a:solidFill>
                            <a:schemeClr val="bg1"/>
                          </a:solidFill>
                          <a:latin typeface="Arial" panose="020B0604020202020204" pitchFamily="34" charset="0"/>
                          <a:cs typeface="Arial" panose="020B0604020202020204" pitchFamily="34" charset="0"/>
                        </a:rPr>
                        <a:t>research presentation poster</a:t>
                      </a:r>
                    </a:p>
                    <a:p>
                      <a:endParaRPr lang="en-US" sz="1800" dirty="0">
                        <a:solidFill>
                          <a:srgbClr val="1F3A4E"/>
                        </a:solidFill>
                      </a:endParaRPr>
                    </a:p>
                  </a:txBody>
                  <a:tcPr>
                    <a:solidFill>
                      <a:srgbClr val="010101"/>
                    </a:solidFill>
                  </a:tcPr>
                </a:tc>
                <a:tc>
                  <a:txBody>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2000" b="1" baseline="0" dirty="0">
                          <a:solidFill>
                            <a:srgbClr val="FFC000"/>
                          </a:solidFill>
                          <a:latin typeface="Arial" panose="020B0604020202020204" pitchFamily="34" charset="0"/>
                          <a:cs typeface="Arial" panose="020B0604020202020204" pitchFamily="34" charset="0"/>
                        </a:rPr>
                        <a:t>Important: Check the template size</a:t>
                      </a:r>
                      <a:br>
                        <a:rPr lang="en-US" sz="1800" b="0" baseline="0" dirty="0">
                          <a:solidFill>
                            <a:srgbClr val="FFC000"/>
                          </a:solidFill>
                          <a:latin typeface="Arial" panose="020B0604020202020204" pitchFamily="34" charset="0"/>
                          <a:cs typeface="Arial" panose="020B0604020202020204" pitchFamily="34" charset="0"/>
                        </a:rPr>
                      </a:br>
                      <a:r>
                        <a:rPr lang="en-US" sz="1800" b="0" baseline="0" dirty="0">
                          <a:solidFill>
                            <a:srgbClr val="D9D9D9"/>
                          </a:solidFill>
                          <a:latin typeface="Arial" panose="020B0604020202020204" pitchFamily="34" charset="0"/>
                          <a:cs typeface="Arial" panose="020B0604020202020204" pitchFamily="34" charset="0"/>
                        </a:rPr>
                        <a:t>Before you start working on your poster and to avoid printing problems check that you have downloaded and that you are using the correct size template for your poster presentation.</a:t>
                      </a:r>
                      <a:br>
                        <a:rPr lang="en-US" sz="1800" b="0" baseline="0" dirty="0">
                          <a:solidFill>
                            <a:srgbClr val="D9D9D9"/>
                          </a:solidFill>
                          <a:latin typeface="Arial" panose="020B0604020202020204" pitchFamily="34" charset="0"/>
                          <a:cs typeface="Arial" panose="020B0604020202020204" pitchFamily="34" charset="0"/>
                        </a:rPr>
                      </a:br>
                      <a:endParaRPr lang="en-US" sz="1800" b="0" baseline="0" dirty="0">
                        <a:solidFill>
                          <a:srgbClr val="FFC000"/>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8"/>
                  </a:ext>
                </a:extLst>
              </a:tr>
              <a:tr h="3340698">
                <a:tc>
                  <a:txBody>
                    <a:bodyPr/>
                    <a:lstStyle/>
                    <a:p>
                      <a:endParaRPr lang="en-US" sz="1800" dirty="0">
                        <a:solidFill>
                          <a:srgbClr val="1F3A4E"/>
                        </a:solidFill>
                      </a:endParaRPr>
                    </a:p>
                  </a:txBody>
                  <a:tcPr>
                    <a:blipFill rotWithShape="1">
                      <a:blip r:embed="rId3"/>
                      <a:stretch>
                        <a:fillRect/>
                      </a:stretch>
                    </a:blipFill>
                  </a:tcPr>
                </a:tc>
                <a:tc>
                  <a:txBody>
                    <a:bodyPr/>
                    <a:lstStyle/>
                    <a:p>
                      <a:pPr algn="l"/>
                      <a:r>
                        <a:rPr lang="en-US" sz="2000" b="1" baseline="0" dirty="0">
                          <a:solidFill>
                            <a:srgbClr val="FFC000"/>
                          </a:solidFill>
                          <a:latin typeface="Arial" panose="020B0604020202020204" pitchFamily="34" charset="0"/>
                          <a:cs typeface="Arial" panose="020B0604020202020204" pitchFamily="34" charset="0"/>
                        </a:rPr>
                        <a:t>How to </a:t>
                      </a:r>
                      <a:r>
                        <a:rPr lang="en-US" sz="3600" b="1" baseline="0" dirty="0">
                          <a:solidFill>
                            <a:srgbClr val="FFC000"/>
                          </a:solidFill>
                          <a:latin typeface="Arial" panose="020B0604020202020204" pitchFamily="34" charset="0"/>
                          <a:cs typeface="Arial" panose="020B0604020202020204" pitchFamily="34" charset="0"/>
                        </a:rPr>
                        <a:t>Zoom in </a:t>
                      </a:r>
                      <a:r>
                        <a:rPr lang="en-US" sz="2000" b="1" baseline="0" dirty="0">
                          <a:solidFill>
                            <a:srgbClr val="FFC000"/>
                          </a:solidFill>
                          <a:latin typeface="Arial" panose="020B0604020202020204" pitchFamily="34" charset="0"/>
                          <a:cs typeface="Arial" panose="020B0604020202020204" pitchFamily="34" charset="0"/>
                        </a:rPr>
                        <a:t>and </a:t>
                      </a:r>
                      <a:r>
                        <a:rPr lang="en-US" sz="1600" b="1" baseline="0" dirty="0">
                          <a:solidFill>
                            <a:srgbClr val="FFC000"/>
                          </a:solidFill>
                          <a:latin typeface="Arial" panose="020B0604020202020204" pitchFamily="34" charset="0"/>
                          <a:cs typeface="Arial" panose="020B0604020202020204" pitchFamily="34" charset="0"/>
                        </a:rPr>
                        <a:t>out</a:t>
                      </a:r>
                      <a:endParaRPr lang="en-US" sz="2000" b="1" baseline="0" dirty="0">
                        <a:solidFill>
                          <a:srgbClr val="FFC000"/>
                        </a:solidFill>
                        <a:latin typeface="Arial" panose="020B0604020202020204" pitchFamily="34" charset="0"/>
                        <a:cs typeface="Arial" panose="020B0604020202020204" pitchFamily="34" charset="0"/>
                      </a:endParaRPr>
                    </a:p>
                    <a:p>
                      <a:pPr algn="l"/>
                      <a:r>
                        <a:rPr lang="en-US" sz="1800" b="0" baseline="0" dirty="0">
                          <a:solidFill>
                            <a:srgbClr val="D9D9D9"/>
                          </a:solidFill>
                          <a:latin typeface="Arial" panose="020B0604020202020204" pitchFamily="34" charset="0"/>
                          <a:cs typeface="Arial" panose="020B0604020202020204" pitchFamily="34" charset="0"/>
                        </a:rPr>
                        <a:t>Use the PowerPoint zoom tool to adjust the screen magnification to view comfortably. PowerPoint provides 2 ways to zoom: </a:t>
                      </a:r>
                      <a:br>
                        <a:rPr lang="en-US" sz="1800" b="0" baseline="0" dirty="0">
                          <a:solidFill>
                            <a:srgbClr val="D9D9D9"/>
                          </a:solidFill>
                          <a:latin typeface="Arial" panose="020B0604020202020204" pitchFamily="34" charset="0"/>
                          <a:cs typeface="Arial" panose="020B0604020202020204" pitchFamily="34" charset="0"/>
                        </a:rPr>
                      </a:br>
                      <a:r>
                        <a:rPr lang="en-US" sz="1800" b="0" baseline="0" dirty="0">
                          <a:solidFill>
                            <a:srgbClr val="FFC000"/>
                          </a:solidFill>
                          <a:latin typeface="Arial" panose="020B0604020202020204" pitchFamily="34" charset="0"/>
                          <a:cs typeface="Arial" panose="020B0604020202020204" pitchFamily="34" charset="0"/>
                        </a:rPr>
                        <a:t>1. </a:t>
                      </a:r>
                      <a:r>
                        <a:rPr lang="en-US" sz="1800" b="0" baseline="0" dirty="0">
                          <a:solidFill>
                            <a:srgbClr val="D9D9D9"/>
                          </a:solidFill>
                          <a:latin typeface="Arial" panose="020B0604020202020204" pitchFamily="34" charset="0"/>
                          <a:cs typeface="Arial" panose="020B0604020202020204" pitchFamily="34" charset="0"/>
                        </a:rPr>
                        <a:t>On the top menu bar click on the VIEW tab and then click on ZOOM. Choose the zoom percentage that works best for you. </a:t>
                      </a:r>
                      <a:br>
                        <a:rPr lang="en-US" sz="1800" b="0" baseline="0" dirty="0">
                          <a:solidFill>
                            <a:srgbClr val="D9D9D9"/>
                          </a:solidFill>
                          <a:latin typeface="Arial" panose="020B0604020202020204" pitchFamily="34" charset="0"/>
                          <a:cs typeface="Arial" panose="020B0604020202020204" pitchFamily="34" charset="0"/>
                        </a:rPr>
                      </a:br>
                      <a:r>
                        <a:rPr lang="en-US" sz="1800" b="0" baseline="0" dirty="0">
                          <a:solidFill>
                            <a:srgbClr val="FFC000"/>
                          </a:solidFill>
                          <a:latin typeface="Arial" panose="020B0604020202020204" pitchFamily="34" charset="0"/>
                          <a:cs typeface="Arial" panose="020B0604020202020204" pitchFamily="34" charset="0"/>
                        </a:rPr>
                        <a:t>2. </a:t>
                      </a:r>
                      <a:r>
                        <a:rPr lang="en-US" sz="1800" b="0" baseline="0" dirty="0">
                          <a:solidFill>
                            <a:srgbClr val="D9D9D9"/>
                          </a:solidFill>
                          <a:latin typeface="Arial" panose="020B0604020202020204" pitchFamily="34" charset="0"/>
                          <a:cs typeface="Arial" panose="020B0604020202020204" pitchFamily="34" charset="0"/>
                        </a:rPr>
                        <a:t>For better zoom flexibility, use the zoom slider at the bottom right of the window.</a:t>
                      </a:r>
                    </a:p>
                  </a:txBody>
                  <a:tcPr marL="182880" marT="137160">
                    <a:solidFill>
                      <a:srgbClr val="010101"/>
                    </a:solidFill>
                  </a:tcPr>
                </a:tc>
                <a:extLst>
                  <a:ext uri="{0D108BD9-81ED-4DB2-BD59-A6C34878D82A}">
                    <a16:rowId xmlns:a16="http://schemas.microsoft.com/office/drawing/2014/main" val="10001"/>
                  </a:ext>
                </a:extLst>
              </a:tr>
              <a:tr h="1994589">
                <a:tc gridSpan="2">
                  <a:txBody>
                    <a:bodyPr/>
                    <a:lstStyle/>
                    <a:p>
                      <a:pPr marL="0" marR="0" lvl="0" indent="0" algn="l" defTabSz="4388900" rtl="0" eaLnBrk="1" fontAlgn="auto" latinLnBrk="0" hangingPunct="1">
                        <a:lnSpc>
                          <a:spcPct val="100000"/>
                        </a:lnSpc>
                        <a:spcBef>
                          <a:spcPts val="0"/>
                        </a:spcBef>
                        <a:spcAft>
                          <a:spcPts val="0"/>
                        </a:spcAft>
                        <a:buClrTx/>
                        <a:buSzTx/>
                        <a:buFontTx/>
                        <a:buNone/>
                        <a:tabLst/>
                        <a:defRPr/>
                      </a:pPr>
                      <a:r>
                        <a:rPr lang="en-US" sz="2000" b="1" baseline="0" dirty="0">
                          <a:solidFill>
                            <a:srgbClr val="FFC000"/>
                          </a:solidFill>
                          <a:latin typeface="Arial" panose="020B0604020202020204" pitchFamily="34" charset="0"/>
                          <a:cs typeface="Arial" panose="020B0604020202020204" pitchFamily="34" charset="0"/>
                        </a:rPr>
                        <a:t>Ruler and Guides</a:t>
                      </a:r>
                      <a:br>
                        <a:rPr lang="en-US" sz="1800" b="0" baseline="0" dirty="0">
                          <a:solidFill>
                            <a:srgbClr val="FFC000"/>
                          </a:solidFill>
                          <a:latin typeface="Arial" panose="020B0604020202020204" pitchFamily="34" charset="0"/>
                          <a:cs typeface="Arial" panose="020B0604020202020204" pitchFamily="34" charset="0"/>
                        </a:rPr>
                      </a:br>
                      <a:r>
                        <a:rPr lang="en-US" sz="1800" b="0" baseline="0" dirty="0">
                          <a:solidFill>
                            <a:srgbClr val="D9D9D9"/>
                          </a:solidFill>
                          <a:latin typeface="Arial" panose="020B0604020202020204" pitchFamily="34" charset="0"/>
                          <a:cs typeface="Arial" panose="020B0604020202020204" pitchFamily="34" charset="0"/>
                        </a:rPr>
                        <a:t>The dotted lines on his poster template are guides.  The horizontal and vertical guides will help you align your poster elements accurately. Text boxes and other elements will ”snap” to the guides and stay within the boundaries of the columns. To hide the guides go to VIEW and uncheck the Guides box.</a:t>
                      </a:r>
                    </a:p>
                  </a:txBody>
                  <a:tcPr>
                    <a:solidFill>
                      <a:srgbClr val="010101"/>
                    </a:solidFill>
                  </a:tcPr>
                </a:tc>
                <a:tc hMerge="1">
                  <a:txBody>
                    <a:bodyPr/>
                    <a:lstStyle/>
                    <a:p>
                      <a:endParaRPr lang="en-US" sz="2400" b="0" baseline="0" dirty="0">
                        <a:solidFill>
                          <a:schemeClr val="bg1"/>
                        </a:solidFill>
                        <a:latin typeface="Arial" panose="020B0604020202020204" pitchFamily="34" charset="0"/>
                        <a:cs typeface="Arial" panose="020B0604020202020204" pitchFamily="34" charset="0"/>
                      </a:endParaRPr>
                    </a:p>
                  </a:txBody>
                  <a:tcPr marL="182880" marT="137160">
                    <a:solidFill>
                      <a:schemeClr val="tx1">
                        <a:lumMod val="95000"/>
                        <a:lumOff val="5000"/>
                      </a:schemeClr>
                    </a:solidFill>
                  </a:tcPr>
                </a:tc>
                <a:extLst>
                  <a:ext uri="{0D108BD9-81ED-4DB2-BD59-A6C34878D82A}">
                    <a16:rowId xmlns:a16="http://schemas.microsoft.com/office/drawing/2014/main" val="10002"/>
                  </a:ext>
                </a:extLst>
              </a:tr>
              <a:tr h="3945819">
                <a:tc>
                  <a:txBody>
                    <a:bodyPr/>
                    <a:lstStyle/>
                    <a:p>
                      <a:endParaRPr lang="en-US" sz="1800" dirty="0">
                        <a:solidFill>
                          <a:srgbClr val="1F3A4E"/>
                        </a:solidFill>
                      </a:endParaRPr>
                    </a:p>
                  </a:txBody>
                  <a:tcPr>
                    <a:blipFill rotWithShape="1">
                      <a:blip r:embed="rId4"/>
                      <a:stretch>
                        <a:fillRect/>
                      </a:stretch>
                    </a:blipFill>
                  </a:tcPr>
                </a:tc>
                <a:tc>
                  <a:txBody>
                    <a:bodyPr/>
                    <a:lstStyle/>
                    <a:p>
                      <a:pPr marL="0" lvl="1" indent="0" algn="l" defTabSz="114300"/>
                      <a:r>
                        <a:rPr lang="en-US" sz="2000" b="1" baseline="0" dirty="0">
                          <a:solidFill>
                            <a:srgbClr val="FFC000"/>
                          </a:solidFill>
                          <a:latin typeface="Arial" panose="020B0604020202020204" pitchFamily="34" charset="0"/>
                          <a:cs typeface="Arial" panose="020B0604020202020204" pitchFamily="34" charset="0"/>
                        </a:rPr>
                        <a:t>Headers and text containers</a:t>
                      </a:r>
                      <a:br>
                        <a:rPr lang="en-US" sz="1800" b="0" baseline="0" dirty="0">
                          <a:solidFill>
                            <a:schemeClr val="bg1"/>
                          </a:solidFill>
                          <a:latin typeface="Arial" panose="020B0604020202020204" pitchFamily="34" charset="0"/>
                          <a:cs typeface="Arial" panose="020B0604020202020204" pitchFamily="34" charset="0"/>
                        </a:rPr>
                      </a:br>
                      <a:r>
                        <a:rPr lang="en-US" sz="1800" b="0" baseline="0" dirty="0">
                          <a:solidFill>
                            <a:srgbClr val="D9D9D9"/>
                          </a:solidFill>
                          <a:latin typeface="Arial" panose="020B0604020202020204" pitchFamily="34" charset="0"/>
                          <a:cs typeface="Arial" panose="020B0604020202020204" pitchFamily="34" charset="0"/>
                        </a:rPr>
                        <a:t>Included in this template are commonly used section headers such as Abstract, Objectives, Methods, Results, etc. </a:t>
                      </a:r>
                      <a:br>
                        <a:rPr lang="en-US" sz="1800" b="0" baseline="0" dirty="0">
                          <a:solidFill>
                            <a:schemeClr val="bg1"/>
                          </a:solidFill>
                          <a:latin typeface="Arial" panose="020B0604020202020204" pitchFamily="34" charset="0"/>
                          <a:cs typeface="Arial" panose="020B0604020202020204" pitchFamily="34" charset="0"/>
                        </a:rPr>
                      </a:br>
                      <a:r>
                        <a:rPr lang="en-US" sz="1800" b="0" baseline="0" dirty="0">
                          <a:solidFill>
                            <a:srgbClr val="FFC000"/>
                          </a:solidFill>
                          <a:latin typeface="Arial" panose="020B0604020202020204" pitchFamily="34" charset="0"/>
                          <a:cs typeface="Arial" panose="020B0604020202020204" pitchFamily="34" charset="0"/>
                        </a:rPr>
                        <a:t>-</a:t>
                      </a:r>
                      <a:r>
                        <a:rPr lang="en-US" sz="1800" b="0" baseline="0" dirty="0">
                          <a:solidFill>
                            <a:schemeClr val="bg1"/>
                          </a:solidFill>
                          <a:latin typeface="Arial" panose="020B0604020202020204" pitchFamily="34" charset="0"/>
                          <a:cs typeface="Arial" panose="020B0604020202020204" pitchFamily="34" charset="0"/>
                        </a:rPr>
                        <a:t> </a:t>
                      </a:r>
                      <a:r>
                        <a:rPr lang="en-US" sz="1800" b="0" baseline="0" dirty="0">
                          <a:solidFill>
                            <a:srgbClr val="D9D9D9"/>
                          </a:solidFill>
                          <a:latin typeface="Arial" panose="020B0604020202020204" pitchFamily="34" charset="0"/>
                          <a:cs typeface="Arial" panose="020B0604020202020204" pitchFamily="34" charset="0"/>
                        </a:rPr>
                        <a:t>Click inside a section header to add its text. </a:t>
                      </a:r>
                      <a:br>
                        <a:rPr lang="en-US" sz="1800" b="0" baseline="0" dirty="0">
                          <a:solidFill>
                            <a:schemeClr val="bg1"/>
                          </a:solidFill>
                          <a:latin typeface="Arial" panose="020B0604020202020204" pitchFamily="34" charset="0"/>
                          <a:cs typeface="Arial" panose="020B0604020202020204" pitchFamily="34" charset="0"/>
                        </a:rPr>
                      </a:br>
                      <a:r>
                        <a:rPr lang="en-US" sz="1800" b="0" baseline="0" dirty="0">
                          <a:solidFill>
                            <a:srgbClr val="FFC000"/>
                          </a:solidFill>
                          <a:latin typeface="Arial" panose="020B0604020202020204" pitchFamily="34" charset="0"/>
                          <a:cs typeface="Arial" panose="020B0604020202020204" pitchFamily="34" charset="0"/>
                        </a:rPr>
                        <a:t>-</a:t>
                      </a:r>
                      <a:r>
                        <a:rPr lang="en-US" sz="1800" b="0" baseline="0" dirty="0">
                          <a:solidFill>
                            <a:schemeClr val="bg1"/>
                          </a:solidFill>
                          <a:latin typeface="Arial" panose="020B0604020202020204" pitchFamily="34" charset="0"/>
                          <a:cs typeface="Arial" panose="020B0604020202020204" pitchFamily="34" charset="0"/>
                        </a:rPr>
                        <a:t> </a:t>
                      </a:r>
                      <a:r>
                        <a:rPr lang="en-US" sz="1800" b="0" baseline="0" dirty="0">
                          <a:solidFill>
                            <a:srgbClr val="D9D9D9"/>
                          </a:solidFill>
                          <a:latin typeface="Arial" panose="020B0604020202020204" pitchFamily="34" charset="0"/>
                          <a:cs typeface="Arial" panose="020B0604020202020204" pitchFamily="34" charset="0"/>
                        </a:rPr>
                        <a:t>To add another header, click on edge of the section box so that it is outlined. Copy and paste it. </a:t>
                      </a:r>
                      <a:br>
                        <a:rPr lang="en-US" sz="1800" b="0" baseline="0" dirty="0">
                          <a:solidFill>
                            <a:schemeClr val="bg1"/>
                          </a:solidFill>
                          <a:latin typeface="Arial" panose="020B0604020202020204" pitchFamily="34" charset="0"/>
                          <a:cs typeface="Arial" panose="020B0604020202020204" pitchFamily="34" charset="0"/>
                        </a:rPr>
                      </a:br>
                      <a:r>
                        <a:rPr lang="en-US" sz="1800" b="0" baseline="0" dirty="0">
                          <a:solidFill>
                            <a:srgbClr val="FFC000"/>
                          </a:solidFill>
                          <a:latin typeface="Arial" panose="020B0604020202020204" pitchFamily="34" charset="0"/>
                          <a:cs typeface="Arial" panose="020B0604020202020204" pitchFamily="34" charset="0"/>
                        </a:rPr>
                        <a:t>-</a:t>
                      </a:r>
                      <a:r>
                        <a:rPr lang="en-US" sz="1800" b="0" baseline="0" dirty="0">
                          <a:solidFill>
                            <a:schemeClr val="bg1"/>
                          </a:solidFill>
                          <a:latin typeface="Arial" panose="020B0604020202020204" pitchFamily="34" charset="0"/>
                          <a:cs typeface="Arial" panose="020B0604020202020204" pitchFamily="34" charset="0"/>
                        </a:rPr>
                        <a:t> </a:t>
                      </a:r>
                      <a:r>
                        <a:rPr lang="en-US" sz="1800" b="0" baseline="0" dirty="0">
                          <a:solidFill>
                            <a:srgbClr val="D9D9D9"/>
                          </a:solidFill>
                          <a:latin typeface="Arial" panose="020B0604020202020204" pitchFamily="34" charset="0"/>
                          <a:cs typeface="Arial" panose="020B0604020202020204" pitchFamily="34" charset="0"/>
                        </a:rPr>
                        <a:t>To increase its size, click on the white circles and expand to the the desired size.</a:t>
                      </a:r>
                    </a:p>
                  </a:txBody>
                  <a:tcPr marL="182880" marT="137160">
                    <a:solidFill>
                      <a:srgbClr val="010101"/>
                    </a:solidFill>
                  </a:tcPr>
                </a:tc>
                <a:extLst>
                  <a:ext uri="{0D108BD9-81ED-4DB2-BD59-A6C34878D82A}">
                    <a16:rowId xmlns:a16="http://schemas.microsoft.com/office/drawing/2014/main" val="10003"/>
                  </a:ext>
                </a:extLst>
              </a:tr>
              <a:tr h="3208687">
                <a:tc gridSpan="2">
                  <a:txBody>
                    <a:bodyPr/>
                    <a:lstStyle/>
                    <a:p>
                      <a:r>
                        <a:rPr lang="en-US" sz="2000" b="1" dirty="0">
                          <a:solidFill>
                            <a:srgbClr val="FFC000"/>
                          </a:solidFill>
                          <a:latin typeface="Arial" panose="020B0604020202020204" pitchFamily="34" charset="0"/>
                          <a:cs typeface="Arial" panose="020B0604020202020204" pitchFamily="34" charset="0"/>
                        </a:rPr>
                        <a:t>Adding content to the poster</a:t>
                      </a:r>
                    </a:p>
                    <a:p>
                      <a:r>
                        <a:rPr lang="en-US" sz="1800" baseline="0" dirty="0">
                          <a:solidFill>
                            <a:srgbClr val="D9D9D9"/>
                          </a:solidFill>
                          <a:latin typeface="Arial" panose="020B0604020202020204" pitchFamily="34" charset="0"/>
                          <a:cs typeface="Arial" panose="020B0604020202020204" pitchFamily="34" charset="0"/>
                        </a:rPr>
                        <a:t>Start by adding your text to each section without spending too much time with formatting. Use the default font size even if your text extends beyond the bottom of the poster. Continue until you have added all your content including text, graphics, photos, etc. Once you finish adding your content you can go back and format your text as needed.</a:t>
                      </a:r>
                    </a:p>
                    <a:p>
                      <a:pPr marL="342900" indent="-342900">
                        <a:buFontTx/>
                        <a:buChar char="-"/>
                      </a:pPr>
                      <a:r>
                        <a:rPr lang="en-US" sz="1800" baseline="0" dirty="0">
                          <a:solidFill>
                            <a:srgbClr val="D9D9D9"/>
                          </a:solidFill>
                          <a:latin typeface="Arial" panose="020B0604020202020204" pitchFamily="34" charset="0"/>
                          <a:cs typeface="Arial" panose="020B0604020202020204" pitchFamily="34" charset="0"/>
                        </a:rPr>
                        <a:t>If you run out of room, try to reduce the size of your fonts and/or the size of your graphics. If there is a lot of empty space try to increase your font sizes and the size of your graphics. The font used for references can be smaller.</a:t>
                      </a:r>
                      <a:endParaRPr lang="en-US" sz="1800" dirty="0">
                        <a:solidFill>
                          <a:srgbClr val="D9D9D9"/>
                        </a:solidFill>
                        <a:latin typeface="Arial" panose="020B0604020202020204" pitchFamily="34" charset="0"/>
                        <a:cs typeface="Arial" panose="020B0604020202020204" pitchFamily="34" charset="0"/>
                      </a:endParaRPr>
                    </a:p>
                  </a:txBody>
                  <a:tcPr>
                    <a:solidFill>
                      <a:srgbClr val="010101"/>
                    </a:solidFill>
                  </a:tcPr>
                </a:tc>
                <a:tc hMerge="1">
                  <a:txBody>
                    <a:bodyPr/>
                    <a:lstStyle/>
                    <a:p>
                      <a:endParaRPr lang="en-US" sz="2400" dirty="0">
                        <a:solidFill>
                          <a:schemeClr val="bg1"/>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4"/>
                  </a:ext>
                </a:extLst>
              </a:tr>
              <a:tr h="2124673">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000" b="1" noProof="0" dirty="0">
                          <a:solidFill>
                            <a:srgbClr val="FFC000"/>
                          </a:solidFill>
                          <a:latin typeface="Arial" panose="020B0604020202020204" pitchFamily="34" charset="0"/>
                          <a:cs typeface="Arial" panose="020B0604020202020204" pitchFamily="34" charset="0"/>
                        </a:rPr>
                        <a:t>Photos</a:t>
                      </a:r>
                    </a:p>
                    <a:p>
                      <a:pPr marL="0" marR="0" lvl="0" indent="0" algn="l" defTabSz="9779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D9D9D9"/>
                          </a:solidFill>
                          <a:effectLst/>
                          <a:uLnTx/>
                          <a:uFillTx/>
                          <a:latin typeface="Arial"/>
                          <a:ea typeface="+mn-ea"/>
                          <a:cs typeface="Arial"/>
                        </a:rPr>
                        <a:t>You can add photos by dragging and dropping from your desktop, copy and paste, or by going to INSERT &gt; PICTURES. Resize images proportionally by holding down the SHIFT key and dragging one of the white corner handles (dots). For a professional-looking poster, do not distort your images by stretching them disproportionally.</a:t>
                      </a:r>
                    </a:p>
                  </a:txBody>
                  <a:tcPr marL="182880" marT="137160">
                    <a:solidFill>
                      <a:srgbClr val="010101"/>
                    </a:solidFill>
                  </a:tcPr>
                </a:tc>
                <a:tc h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200" noProof="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5"/>
                  </a:ext>
                </a:extLst>
              </a:tr>
              <a:tr h="1868684">
                <a:tc gridSpan="2">
                  <a:txBody>
                    <a:bodyPr/>
                    <a:lstStyle/>
                    <a:p>
                      <a:endParaRPr lang="en-US" sz="1800" dirty="0">
                        <a:solidFill>
                          <a:schemeClr val="bg1"/>
                        </a:solidFill>
                        <a:latin typeface="Arial" panose="020B0604020202020204" pitchFamily="34" charset="0"/>
                        <a:cs typeface="Arial" panose="020B0604020202020204" pitchFamily="34" charset="0"/>
                      </a:endParaRPr>
                    </a:p>
                  </a:txBody>
                  <a:tcPr marL="182880" marT="137160">
                    <a:blipFill rotWithShape="1">
                      <a:blip r:embed="rId5"/>
                      <a:stretch>
                        <a:fillRect/>
                      </a:stretch>
                    </a:blipFill>
                  </a:tcPr>
                </a:tc>
                <a:tc hMerge="1">
                  <a:txBody>
                    <a:bodyPr/>
                    <a:lstStyle/>
                    <a:p>
                      <a:endParaRPr lang="en-US" sz="2400" dirty="0">
                        <a:solidFill>
                          <a:srgbClr val="1F3A4E"/>
                        </a:solidFill>
                      </a:endParaRPr>
                    </a:p>
                  </a:txBody>
                  <a:tcPr/>
                </a:tc>
                <a:extLst>
                  <a:ext uri="{0D108BD9-81ED-4DB2-BD59-A6C34878D82A}">
                    <a16:rowId xmlns:a16="http://schemas.microsoft.com/office/drawing/2014/main" val="10006"/>
                  </a:ext>
                </a:extLst>
              </a:tr>
              <a:tr h="2067811">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000" b="1" noProof="0" dirty="0">
                          <a:solidFill>
                            <a:srgbClr val="FFC000"/>
                          </a:solidFill>
                          <a:latin typeface="Arial"/>
                          <a:cs typeface="Arial"/>
                        </a:rPr>
                        <a:t>Quality check your graphics</a:t>
                      </a:r>
                    </a:p>
                    <a:p>
                      <a:pPr marL="0" marR="0" lvl="0" indent="0" algn="l" defTabSz="1518341" rtl="0" eaLnBrk="1" fontAlgn="auto" latinLnBrk="0" hangingPunct="1">
                        <a:lnSpc>
                          <a:spcPct val="100000"/>
                        </a:lnSpc>
                        <a:spcBef>
                          <a:spcPts val="0"/>
                        </a:spcBef>
                        <a:spcAft>
                          <a:spcPts val="0"/>
                        </a:spcAft>
                        <a:buClrTx/>
                        <a:buSzTx/>
                        <a:buFontTx/>
                        <a:buNone/>
                        <a:tabLst/>
                        <a:defRPr/>
                      </a:pPr>
                      <a:r>
                        <a:rPr lang="en-US" sz="1800" noProof="0" dirty="0">
                          <a:solidFill>
                            <a:srgbClr val="D9D9D9"/>
                          </a:solidFill>
                          <a:latin typeface="Arial"/>
                          <a:cs typeface="Arial"/>
                        </a:rPr>
                        <a:t>Zoom in and look at your images at 100%-200% magnification. If they look clear, they will print well. </a:t>
                      </a:r>
                    </a:p>
                  </a:txBody>
                  <a:tcPr marL="182880" marT="137160">
                    <a:solidFill>
                      <a:srgbClr val="010101"/>
                    </a:solidFill>
                  </a:tcPr>
                </a:tc>
                <a:tc hMerge="1">
                  <a:txBody>
                    <a:bodyPr/>
                    <a:lstStyle/>
                    <a:p>
                      <a:endParaRPr lang="en-US" sz="2400" dirty="0">
                        <a:solidFill>
                          <a:srgbClr val="1F3A4E"/>
                        </a:solidFill>
                      </a:endParaRPr>
                    </a:p>
                  </a:txBody>
                  <a:tcPr>
                    <a:solidFill>
                      <a:schemeClr val="tx1">
                        <a:lumMod val="95000"/>
                        <a:lumOff val="5000"/>
                      </a:schemeClr>
                    </a:solidFill>
                  </a:tcPr>
                </a:tc>
                <a:extLst>
                  <a:ext uri="{0D108BD9-81ED-4DB2-BD59-A6C34878D82A}">
                    <a16:rowId xmlns:a16="http://schemas.microsoft.com/office/drawing/2014/main" val="10007"/>
                  </a:ext>
                </a:extLst>
              </a:tr>
              <a:tr h="2597279">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1800" noProof="0" dirty="0">
                        <a:solidFill>
                          <a:schemeClr val="bg1"/>
                        </a:solidFill>
                        <a:latin typeface="Arial"/>
                        <a:cs typeface="Arial"/>
                      </a:endParaRPr>
                    </a:p>
                  </a:txBody>
                  <a:tcPr marL="182880" marT="137160">
                    <a:blipFill rotWithShape="1">
                      <a:blip r:embed="rId6"/>
                      <a:stretch>
                        <a:fillRect/>
                      </a:stretch>
                    </a:blipFill>
                  </a:tcPr>
                </a:tc>
                <a:tc hMerge="1">
                  <a:txBody>
                    <a:bodyPr/>
                    <a:lstStyle/>
                    <a:p>
                      <a:endParaRPr lang="en-US"/>
                    </a:p>
                  </a:txBody>
                  <a:tcPr/>
                </a:tc>
                <a:extLst>
                  <a:ext uri="{0D108BD9-81ED-4DB2-BD59-A6C34878D82A}">
                    <a16:rowId xmlns:a16="http://schemas.microsoft.com/office/drawing/2014/main" val="10010"/>
                  </a:ext>
                </a:extLst>
              </a:tr>
            </a:tbl>
          </a:graphicData>
        </a:graphic>
      </p:graphicFrame>
      <p:grpSp>
        <p:nvGrpSpPr>
          <p:cNvPr id="11" name="Group 10">
            <a:extLst>
              <a:ext uri="{FF2B5EF4-FFF2-40B4-BE49-F238E27FC236}">
                <a16:creationId xmlns:a16="http://schemas.microsoft.com/office/drawing/2014/main" id="{15F085B7-290D-2942-8687-0EA198F73930}"/>
              </a:ext>
            </a:extLst>
          </p:cNvPr>
          <p:cNvGrpSpPr/>
          <p:nvPr userDrawn="1"/>
        </p:nvGrpSpPr>
        <p:grpSpPr>
          <a:xfrm>
            <a:off x="-268793" y="-159027"/>
            <a:ext cx="21734579" cy="30999245"/>
            <a:chOff x="-268793" y="-159027"/>
            <a:chExt cx="21734579" cy="30970331"/>
          </a:xfrm>
        </p:grpSpPr>
        <p:sp>
          <p:nvSpPr>
            <p:cNvPr id="12" name="Freeform 11">
              <a:extLst>
                <a:ext uri="{FF2B5EF4-FFF2-40B4-BE49-F238E27FC236}">
                  <a16:creationId xmlns:a16="http://schemas.microsoft.com/office/drawing/2014/main" id="{2E1D42E0-7754-2044-A36E-BA1885784C1B}"/>
                </a:ext>
              </a:extLst>
            </p:cNvPr>
            <p:cNvSpPr/>
            <p:nvPr userDrawn="1"/>
          </p:nvSpPr>
          <p:spPr>
            <a:xfrm>
              <a:off x="-233480" y="-142048"/>
              <a:ext cx="21699266" cy="30417261"/>
            </a:xfrm>
            <a:custGeom>
              <a:avLst/>
              <a:gdLst>
                <a:gd name="connsiteX0" fmla="*/ 0 w 44005500"/>
                <a:gd name="connsiteY0" fmla="*/ 0 h 32956500"/>
                <a:gd name="connsiteX1" fmla="*/ 44005500 w 44005500"/>
                <a:gd name="connsiteY1" fmla="*/ 32956500 h 32956500"/>
                <a:gd name="connsiteX2" fmla="*/ 38100 w 44005500"/>
                <a:gd name="connsiteY2" fmla="*/ 32918400 h 32956500"/>
                <a:gd name="connsiteX3" fmla="*/ 0 w 44005500"/>
                <a:gd name="connsiteY3" fmla="*/ 0 h 32956500"/>
              </a:gdLst>
              <a:ahLst/>
              <a:cxnLst>
                <a:cxn ang="0">
                  <a:pos x="connsiteX0" y="connsiteY0"/>
                </a:cxn>
                <a:cxn ang="0">
                  <a:pos x="connsiteX1" y="connsiteY1"/>
                </a:cxn>
                <a:cxn ang="0">
                  <a:pos x="connsiteX2" y="connsiteY2"/>
                </a:cxn>
                <a:cxn ang="0">
                  <a:pos x="connsiteX3" y="connsiteY3"/>
                </a:cxn>
              </a:cxnLst>
              <a:rect l="l" t="t" r="r" b="b"/>
              <a:pathLst>
                <a:path w="44005500" h="32956500">
                  <a:moveTo>
                    <a:pt x="0" y="0"/>
                  </a:moveTo>
                  <a:lnTo>
                    <a:pt x="44005500" y="32956500"/>
                  </a:lnTo>
                  <a:lnTo>
                    <a:pt x="38100" y="32918400"/>
                  </a:lnTo>
                  <a:lnTo>
                    <a:pt x="0" y="0"/>
                  </a:lnTo>
                  <a:close/>
                </a:path>
              </a:pathLst>
            </a:custGeom>
            <a:gradFill>
              <a:gsLst>
                <a:gs pos="79000">
                  <a:schemeClr val="accent1">
                    <a:lumMod val="40000"/>
                    <a:lumOff val="60000"/>
                  </a:schemeClr>
                </a:gs>
                <a:gs pos="13000">
                  <a:schemeClr val="accent1">
                    <a:lumMod val="30000"/>
                    <a:lumOff val="7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Freeform 12">
              <a:extLst>
                <a:ext uri="{FF2B5EF4-FFF2-40B4-BE49-F238E27FC236}">
                  <a16:creationId xmlns:a16="http://schemas.microsoft.com/office/drawing/2014/main" id="{93E56D0A-3589-EF44-812E-DC3B326CB19E}"/>
                </a:ext>
              </a:extLst>
            </p:cNvPr>
            <p:cNvSpPr/>
            <p:nvPr userDrawn="1"/>
          </p:nvSpPr>
          <p:spPr>
            <a:xfrm flipH="1" flipV="1">
              <a:off x="-233481" y="-142048"/>
              <a:ext cx="21699264" cy="30417261"/>
            </a:xfrm>
            <a:custGeom>
              <a:avLst/>
              <a:gdLst>
                <a:gd name="connsiteX0" fmla="*/ 0 w 44005500"/>
                <a:gd name="connsiteY0" fmla="*/ 0 h 32956500"/>
                <a:gd name="connsiteX1" fmla="*/ 44005500 w 44005500"/>
                <a:gd name="connsiteY1" fmla="*/ 32956500 h 32956500"/>
                <a:gd name="connsiteX2" fmla="*/ 38100 w 44005500"/>
                <a:gd name="connsiteY2" fmla="*/ 32918400 h 32956500"/>
                <a:gd name="connsiteX3" fmla="*/ 0 w 44005500"/>
                <a:gd name="connsiteY3" fmla="*/ 0 h 32956500"/>
              </a:gdLst>
              <a:ahLst/>
              <a:cxnLst>
                <a:cxn ang="0">
                  <a:pos x="connsiteX0" y="connsiteY0"/>
                </a:cxn>
                <a:cxn ang="0">
                  <a:pos x="connsiteX1" y="connsiteY1"/>
                </a:cxn>
                <a:cxn ang="0">
                  <a:pos x="connsiteX2" y="connsiteY2"/>
                </a:cxn>
                <a:cxn ang="0">
                  <a:pos x="connsiteX3" y="connsiteY3"/>
                </a:cxn>
              </a:cxnLst>
              <a:rect l="l" t="t" r="r" b="b"/>
              <a:pathLst>
                <a:path w="44005500" h="32956500">
                  <a:moveTo>
                    <a:pt x="0" y="0"/>
                  </a:moveTo>
                  <a:lnTo>
                    <a:pt x="44005500" y="32956500"/>
                  </a:lnTo>
                  <a:lnTo>
                    <a:pt x="38100" y="32918400"/>
                  </a:lnTo>
                  <a:lnTo>
                    <a:pt x="0" y="0"/>
                  </a:lnTo>
                  <a:close/>
                </a:path>
              </a:pathLst>
            </a:custGeom>
            <a:gradFill>
              <a:gsLst>
                <a:gs pos="41000">
                  <a:schemeClr val="bg2"/>
                </a:gs>
                <a:gs pos="100000">
                  <a:schemeClr val="accent1">
                    <a:lumMod val="30000"/>
                    <a:lumOff val="7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13">
              <a:extLst>
                <a:ext uri="{FF2B5EF4-FFF2-40B4-BE49-F238E27FC236}">
                  <a16:creationId xmlns:a16="http://schemas.microsoft.com/office/drawing/2014/main" id="{661B8A40-0A60-3F4A-A88A-74C315D0E812}"/>
                </a:ext>
              </a:extLst>
            </p:cNvPr>
            <p:cNvSpPr/>
            <p:nvPr userDrawn="1"/>
          </p:nvSpPr>
          <p:spPr>
            <a:xfrm>
              <a:off x="-268793" y="-159027"/>
              <a:ext cx="21734578" cy="30970331"/>
            </a:xfrm>
            <a:custGeom>
              <a:avLst/>
              <a:gdLst>
                <a:gd name="connsiteX0" fmla="*/ 36576 w 39026592"/>
                <a:gd name="connsiteY0" fmla="*/ 0 h 30614112"/>
                <a:gd name="connsiteX1" fmla="*/ 15837408 w 39026592"/>
                <a:gd name="connsiteY1" fmla="*/ 30614112 h 30614112"/>
                <a:gd name="connsiteX2" fmla="*/ 39026592 w 39026592"/>
                <a:gd name="connsiteY2" fmla="*/ 13350240 h 30614112"/>
                <a:gd name="connsiteX3" fmla="*/ 0 w 39026592"/>
                <a:gd name="connsiteY3" fmla="*/ 73152 h 30614112"/>
                <a:gd name="connsiteX4" fmla="*/ 109728 w 39026592"/>
                <a:gd name="connsiteY4" fmla="*/ 146304 h 306141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026592" h="30614112">
                  <a:moveTo>
                    <a:pt x="36576" y="0"/>
                  </a:moveTo>
                  <a:lnTo>
                    <a:pt x="15837408" y="30614112"/>
                  </a:lnTo>
                  <a:lnTo>
                    <a:pt x="39026592" y="13350240"/>
                  </a:lnTo>
                  <a:lnTo>
                    <a:pt x="0" y="73152"/>
                  </a:lnTo>
                  <a:lnTo>
                    <a:pt x="109728" y="146304"/>
                  </a:lnTo>
                </a:path>
              </a:pathLst>
            </a:custGeom>
            <a:gradFill flip="none" rotWithShape="1">
              <a:gsLst>
                <a:gs pos="0">
                  <a:schemeClr val="bg1"/>
                </a:gs>
                <a:gs pos="76000">
                  <a:schemeClr val="accent1">
                    <a:lumMod val="30000"/>
                    <a:lumOff val="70000"/>
                    <a:alpha val="0"/>
                  </a:schemeClr>
                </a:gs>
              </a:gsLst>
              <a:path path="rect">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 Box 14">
              <a:extLst>
                <a:ext uri="{FF2B5EF4-FFF2-40B4-BE49-F238E27FC236}">
                  <a16:creationId xmlns:a16="http://schemas.microsoft.com/office/drawing/2014/main" id="{E79AC704-A1E1-4246-91F6-9A015B7841F3}"/>
                </a:ext>
              </a:extLst>
            </p:cNvPr>
            <p:cNvSpPr txBox="1">
              <a:spLocks noChangeArrowheads="1"/>
            </p:cNvSpPr>
            <p:nvPr userDrawn="1"/>
          </p:nvSpPr>
          <p:spPr bwMode="auto">
            <a:xfrm>
              <a:off x="614852" y="29556350"/>
              <a:ext cx="1862933" cy="258718"/>
            </a:xfrm>
            <a:prstGeom prst="rect">
              <a:avLst/>
            </a:prstGeom>
            <a:noFill/>
            <a:ln w="9525">
              <a:noFill/>
              <a:miter lim="800000"/>
              <a:headEnd/>
              <a:tailEnd/>
            </a:ln>
            <a:effectLst/>
          </p:spPr>
          <p:txBody>
            <a:bodyPr wrap="square" lIns="63187" tIns="31588" rIns="63187" bIns="31588">
              <a:spAutoFit/>
            </a:bodyPr>
            <a:lstStyle/>
            <a:p>
              <a:pPr eaLnBrk="0" hangingPunct="0">
                <a:lnSpc>
                  <a:spcPct val="65000"/>
                </a:lnSpc>
                <a:spcBef>
                  <a:spcPct val="50000"/>
                </a:spcBef>
                <a:defRPr/>
              </a:pPr>
              <a:r>
                <a:rPr lang="en-US" sz="500" b="1" dirty="0">
                  <a:solidFill>
                    <a:schemeClr val="bg1">
                      <a:lumMod val="75000"/>
                    </a:schemeClr>
                  </a:solidFill>
                  <a:latin typeface="Arial" charset="0"/>
                </a:rPr>
                <a:t>RESEARCH POSTER PRESENTATION DESIGN © 2019</a:t>
              </a:r>
            </a:p>
            <a:p>
              <a:pPr eaLnBrk="0" hangingPunct="0">
                <a:lnSpc>
                  <a:spcPct val="65000"/>
                </a:lnSpc>
                <a:spcBef>
                  <a:spcPct val="50000"/>
                </a:spcBef>
                <a:defRPr/>
              </a:pPr>
              <a:r>
                <a:rPr lang="en-US" sz="800" b="1" dirty="0">
                  <a:solidFill>
                    <a:schemeClr val="bg1">
                      <a:lumMod val="75000"/>
                    </a:schemeClr>
                  </a:solidFill>
                  <a:latin typeface="Arial" charset="0"/>
                </a:rPr>
                <a:t>www.PosterPresentations.com</a:t>
              </a:r>
            </a:p>
          </p:txBody>
        </p:sp>
      </p:grpSp>
      <p:graphicFrame>
        <p:nvGraphicFramePr>
          <p:cNvPr id="16" name="Table 15">
            <a:extLst>
              <a:ext uri="{FF2B5EF4-FFF2-40B4-BE49-F238E27FC236}">
                <a16:creationId xmlns:a16="http://schemas.microsoft.com/office/drawing/2014/main" id="{577FE178-32DB-2E4A-A12B-CE52E4C7A05D}"/>
              </a:ext>
            </a:extLst>
          </p:cNvPr>
          <p:cNvGraphicFramePr>
            <a:graphicFrameLocks noGrp="1"/>
          </p:cNvGraphicFramePr>
          <p:nvPr userDrawn="1">
            <p:extLst>
              <p:ext uri="{D42A27DB-BD31-4B8C-83A1-F6EECF244321}">
                <p14:modId xmlns:p14="http://schemas.microsoft.com/office/powerpoint/2010/main" val="3552811818"/>
              </p:ext>
            </p:extLst>
          </p:nvPr>
        </p:nvGraphicFramePr>
        <p:xfrm>
          <a:off x="21937684" y="-142032"/>
          <a:ext cx="8060660" cy="30764142"/>
        </p:xfrm>
        <a:graphic>
          <a:graphicData uri="http://schemas.openxmlformats.org/drawingml/2006/table">
            <a:tbl>
              <a:tblPr firstRow="1" bandRow="1">
                <a:tableStyleId>{5C22544A-7EE6-4342-B048-85BDC9FD1C3A}</a:tableStyleId>
              </a:tblPr>
              <a:tblGrid>
                <a:gridCol w="3162981">
                  <a:extLst>
                    <a:ext uri="{9D8B030D-6E8A-4147-A177-3AD203B41FA5}">
                      <a16:colId xmlns:a16="http://schemas.microsoft.com/office/drawing/2014/main" val="20000"/>
                    </a:ext>
                  </a:extLst>
                </a:gridCol>
                <a:gridCol w="950236">
                  <a:extLst>
                    <a:ext uri="{9D8B030D-6E8A-4147-A177-3AD203B41FA5}">
                      <a16:colId xmlns:a16="http://schemas.microsoft.com/office/drawing/2014/main" val="764104496"/>
                    </a:ext>
                  </a:extLst>
                </a:gridCol>
                <a:gridCol w="3947443">
                  <a:extLst>
                    <a:ext uri="{9D8B030D-6E8A-4147-A177-3AD203B41FA5}">
                      <a16:colId xmlns:a16="http://schemas.microsoft.com/office/drawing/2014/main" val="4164475170"/>
                    </a:ext>
                  </a:extLst>
                </a:gridCol>
              </a:tblGrid>
              <a:tr h="1205727">
                <a:tc gridSpan="3">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3200" b="0" spc="600" dirty="0">
                          <a:solidFill>
                            <a:srgbClr val="1F3A4E"/>
                          </a:solidFill>
                          <a:latin typeface="Arial Black" panose="020B0A04020102020204" pitchFamily="34" charset="0"/>
                        </a:rPr>
                        <a:t>QUICK START GUIDE</a:t>
                      </a:r>
                      <a:br>
                        <a:rPr lang="en-US" sz="3200" b="0" spc="600" dirty="0">
                          <a:solidFill>
                            <a:srgbClr val="1F3A4E"/>
                          </a:solidFill>
                          <a:latin typeface="Arial Black" panose="020B0A04020102020204" pitchFamily="34" charset="0"/>
                        </a:rPr>
                      </a:br>
                      <a:r>
                        <a:rPr lang="en-US" sz="2400" b="1" spc="0" dirty="0">
                          <a:solidFill>
                            <a:srgbClr val="FF0000"/>
                          </a:solidFill>
                          <a:latin typeface="Trebuchet MS" pitchFamily="34" charset="0"/>
                        </a:rPr>
                        <a:t>(THIS SIDEBAR WILL NOT PRINT)</a:t>
                      </a:r>
                      <a:endParaRPr lang="en-US" sz="3200" b="1" spc="600" dirty="0">
                        <a:solidFill>
                          <a:schemeClr val="bg1"/>
                        </a:solidFill>
                        <a:latin typeface="Trebuchet MS" pitchFamily="34" charset="0"/>
                      </a:endParaRPr>
                    </a:p>
                  </a:txBody>
                  <a:tcPr marL="182880" marT="137160">
                    <a:solidFill>
                      <a:srgbClr val="FFC000"/>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793258">
                <a:tc gridSpan="3">
                  <a:txBody>
                    <a:bodyPr/>
                    <a:lstStyle/>
                    <a:p>
                      <a:pPr algn="l"/>
                      <a:r>
                        <a:rPr lang="en-US" sz="2000" b="1" baseline="0" dirty="0">
                          <a:solidFill>
                            <a:srgbClr val="FFC000"/>
                          </a:solidFill>
                          <a:latin typeface="Arial" panose="020B0604020202020204" pitchFamily="34" charset="0"/>
                          <a:cs typeface="Arial" panose="020B0604020202020204" pitchFamily="34" charset="0"/>
                        </a:rPr>
                        <a:t>How to change the template colors</a:t>
                      </a:r>
                    </a:p>
                    <a:p>
                      <a:pPr marL="0" indent="0" algn="l" defTabSz="114300"/>
                      <a:r>
                        <a:rPr lang="en-US" sz="1800" b="0" baseline="0" dirty="0">
                          <a:solidFill>
                            <a:srgbClr val="D9D9D9"/>
                          </a:solidFill>
                          <a:latin typeface="Arial" panose="020B0604020202020204" pitchFamily="34" charset="0"/>
                          <a:cs typeface="Arial" panose="020B0604020202020204" pitchFamily="34" charset="0"/>
                        </a:rPr>
                        <a:t>You can change the overall template color theme by clicking on the COLORS dropdown menu under the DESIGN tab. You can see a tutorial here: </a:t>
                      </a:r>
                      <a:r>
                        <a:rPr lang="en-US" sz="1800" dirty="0">
                          <a:solidFill>
                            <a:srgbClr val="FFC000"/>
                          </a:solidFill>
                          <a:hlinkClick r:id="rId7">
                            <a:extLst>
                              <a:ext uri="{A12FA001-AC4F-418D-AE19-62706E023703}">
                                <ahyp:hlinkClr xmlns:ahyp="http://schemas.microsoft.com/office/drawing/2018/hyperlinkcolor" val="tx"/>
                              </a:ext>
                            </a:extLst>
                          </a:hlinkClick>
                        </a:rPr>
                        <a:t>https://www.posterpresentations.com/how-to-change-the-research-poster-template-colors.html</a:t>
                      </a:r>
                      <a:endParaRPr lang="en-US" sz="1800" dirty="0">
                        <a:solidFill>
                          <a:srgbClr val="FFC000"/>
                        </a:solidFill>
                      </a:endParaRPr>
                    </a:p>
                    <a:p>
                      <a:pPr marL="0" indent="0" algn="l" defTabSz="114300"/>
                      <a:endParaRPr lang="en-US" sz="18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1800" b="0" baseline="0" dirty="0">
                          <a:solidFill>
                            <a:srgbClr val="D9D9D9"/>
                          </a:solidFill>
                          <a:latin typeface="Arial" panose="020B0604020202020204" pitchFamily="34" charset="0"/>
                          <a:cs typeface="Arial" panose="020B0604020202020204" pitchFamily="34" charset="0"/>
                        </a:rPr>
                        <a:t>You can also manually change the color of individual elements by going to VIEW &gt; SLIDE MASTER. On the left side of your screen select the background master where you can change the template background, column sizes, etc. </a:t>
                      </a:r>
                    </a:p>
                    <a:p>
                      <a:pPr marL="0" indent="0" algn="l" defTabSz="114300"/>
                      <a:endParaRPr lang="en-US" sz="18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1800" b="0" baseline="0" dirty="0">
                          <a:solidFill>
                            <a:srgbClr val="D9D9D9"/>
                          </a:solidFill>
                          <a:latin typeface="Arial" panose="020B0604020202020204" pitchFamily="34" charset="0"/>
                          <a:cs typeface="Arial" panose="020B0604020202020204" pitchFamily="34" charset="0"/>
                        </a:rPr>
                        <a:t>After you finish working on the SLIDE MASTER, it is important that you go to VIEW &gt; NORMAL to continue working on your poster. </a:t>
                      </a:r>
                    </a:p>
                  </a:txBody>
                  <a:tcPr marL="182880" marT="137160">
                    <a:solidFill>
                      <a:schemeClr val="tx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4308046">
                <a:tc gridSpan="3">
                  <a:txBody>
                    <a:bodyPr/>
                    <a:lstStyle/>
                    <a:p>
                      <a:r>
                        <a:rPr lang="en-US" sz="2000" b="1" dirty="0">
                          <a:solidFill>
                            <a:srgbClr val="FFC000"/>
                          </a:solidFill>
                          <a:latin typeface="Arial" panose="020B0604020202020204" pitchFamily="34" charset="0"/>
                          <a:cs typeface="Arial" panose="020B0604020202020204" pitchFamily="34" charset="0"/>
                        </a:rPr>
                        <a:t>How to change the column layout configuration</a:t>
                      </a:r>
                    </a:p>
                    <a:p>
                      <a:r>
                        <a:rPr lang="en-US" sz="1800" dirty="0">
                          <a:solidFill>
                            <a:srgbClr val="D9D9D9"/>
                          </a:solidFill>
                          <a:latin typeface="Arial" panose="020B0604020202020204" pitchFamily="34" charset="0"/>
                          <a:cs typeface="Arial" panose="020B0604020202020204" pitchFamily="34" charset="0"/>
                        </a:rPr>
                        <a:t>You can manually change the configuration on the columns by going to VIEW &gt; SLIDE MASTER. You can delete columns, resize them or modify them as needed for your layout. </a:t>
                      </a:r>
                    </a:p>
                    <a:p>
                      <a:pPr marL="0" marR="0" indent="0" algn="l" defTabSz="3765366" rtl="0" eaLnBrk="1" fontAlgn="auto" latinLnBrk="0" hangingPunct="1">
                        <a:lnSpc>
                          <a:spcPct val="100000"/>
                        </a:lnSpc>
                        <a:spcBef>
                          <a:spcPts val="0"/>
                        </a:spcBef>
                        <a:spcAft>
                          <a:spcPts val="0"/>
                        </a:spcAft>
                        <a:buClrTx/>
                        <a:buSzTx/>
                        <a:buFontTx/>
                        <a:buNone/>
                        <a:tabLst/>
                        <a:defRPr/>
                      </a:pPr>
                      <a:r>
                        <a:rPr lang="en-US" sz="1800" dirty="0">
                          <a:solidFill>
                            <a:srgbClr val="D9D9D9"/>
                          </a:solidFill>
                          <a:latin typeface="Arial" panose="020B0604020202020204" pitchFamily="34" charset="0"/>
                          <a:cs typeface="Arial" panose="020B0604020202020204" pitchFamily="34" charset="0"/>
                        </a:rPr>
                        <a:t>You can see a tutorial here: </a:t>
                      </a:r>
                      <a:r>
                        <a:rPr lang="en-US" sz="1800" u="sng" dirty="0">
                          <a:solidFill>
                            <a:srgbClr val="FFC000"/>
                          </a:solidFill>
                          <a:latin typeface="Arial" panose="020B0604020202020204" pitchFamily="34" charset="0"/>
                          <a:cs typeface="Arial" panose="020B0604020202020204" pitchFamily="34" charset="0"/>
                        </a:rPr>
                        <a:t>https://</a:t>
                      </a:r>
                      <a:r>
                        <a:rPr lang="en-US" sz="1800" u="sng" dirty="0" err="1">
                          <a:solidFill>
                            <a:srgbClr val="FFC000"/>
                          </a:solidFill>
                          <a:latin typeface="Arial" panose="020B0604020202020204" pitchFamily="34" charset="0"/>
                          <a:cs typeface="Arial" panose="020B0604020202020204" pitchFamily="34" charset="0"/>
                        </a:rPr>
                        <a:t>www.posterpresentations.com</a:t>
                      </a:r>
                      <a:r>
                        <a:rPr lang="en-US" sz="1800" u="sng" dirty="0">
                          <a:solidFill>
                            <a:srgbClr val="FFC000"/>
                          </a:solidFill>
                          <a:latin typeface="Arial" panose="020B0604020202020204" pitchFamily="34" charset="0"/>
                          <a:cs typeface="Arial" panose="020B0604020202020204" pitchFamily="34" charset="0"/>
                        </a:rPr>
                        <a:t>/how-to-change-the-column-</a:t>
                      </a:r>
                      <a:r>
                        <a:rPr lang="en-US" sz="1800" u="sng" dirty="0" err="1">
                          <a:solidFill>
                            <a:srgbClr val="FFC000"/>
                          </a:solidFill>
                          <a:latin typeface="Arial" panose="020B0604020202020204" pitchFamily="34" charset="0"/>
                          <a:cs typeface="Arial" panose="020B0604020202020204" pitchFamily="34" charset="0"/>
                        </a:rPr>
                        <a:t>configuration.html</a:t>
                      </a:r>
                      <a:endParaRPr lang="en-US" sz="4400" u="sng" dirty="0">
                        <a:solidFill>
                          <a:srgbClr val="FFC000"/>
                        </a:solidFill>
                      </a:endParaRPr>
                    </a:p>
                  </a:txBody>
                  <a:tcPr marL="182880" marT="137160">
                    <a:solidFill>
                      <a:schemeClr val="tx1"/>
                    </a:solidFill>
                  </a:tcPr>
                </a:tc>
                <a:tc hMerge="1">
                  <a:txBody>
                    <a:bodyPr/>
                    <a:lstStyle/>
                    <a:p>
                      <a:endParaRPr lang="en-US"/>
                    </a:p>
                  </a:txBody>
                  <a:tcPr/>
                </a:tc>
                <a:tc hMerge="1">
                  <a:txBody>
                    <a:bodyPr/>
                    <a:lstStyle/>
                    <a:p>
                      <a:endParaRPr lang="en-US" dirty="0"/>
                    </a:p>
                  </a:txBody>
                  <a:tcPr marL="182880" marT="137160">
                    <a:solidFill>
                      <a:srgbClr val="010101"/>
                    </a:solidFill>
                  </a:tcPr>
                </a:tc>
                <a:extLst>
                  <a:ext uri="{0D108BD9-81ED-4DB2-BD59-A6C34878D82A}">
                    <a16:rowId xmlns:a16="http://schemas.microsoft.com/office/drawing/2014/main" val="10004"/>
                  </a:ext>
                </a:extLst>
              </a:tr>
              <a:tr h="1697684">
                <a:tc>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000" noProof="0" dirty="0">
                        <a:solidFill>
                          <a:srgbClr val="D9D9D9"/>
                        </a:solidFill>
                        <a:latin typeface="Arial" panose="020B0604020202020204" pitchFamily="34" charset="0"/>
                        <a:cs typeface="Arial" panose="020B0604020202020204" pitchFamily="34" charset="0"/>
                      </a:endParaRPr>
                    </a:p>
                  </a:txBody>
                  <a:tcPr marL="182880" marT="137160">
                    <a:blipFill dpi="0" rotWithShape="1">
                      <a:blip r:embed="rId8">
                        <a:extLst>
                          <a:ext uri="{28A0092B-C50C-407E-A947-70E740481C1C}">
                            <a14:useLocalDpi xmlns:a14="http://schemas.microsoft.com/office/drawing/2010/main" val="0"/>
                          </a:ext>
                        </a:extLst>
                      </a:blip>
                      <a:srcRect/>
                      <a:stretch>
                        <a:fillRect/>
                      </a:stretch>
                    </a:blipFill>
                  </a:tcPr>
                </a:tc>
                <a:tc rowSpan="2"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000" b="1" noProof="0" dirty="0">
                          <a:solidFill>
                            <a:srgbClr val="FFC000"/>
                          </a:solidFill>
                          <a:latin typeface="Arial" panose="020B0604020202020204" pitchFamily="34" charset="0"/>
                          <a:cs typeface="Arial" panose="020B0604020202020204" pitchFamily="34" charset="0"/>
                        </a:rPr>
                        <a:t>How to hide the QUICK START GUIDE bars from the sides of the template</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1800" noProof="0" dirty="0">
                          <a:solidFill>
                            <a:srgbClr val="D9D9D9"/>
                          </a:solidFill>
                          <a:latin typeface="Arial" panose="020B0604020202020204" pitchFamily="34" charset="0"/>
                          <a:cs typeface="Arial" panose="020B0604020202020204" pitchFamily="34" charset="0"/>
                        </a:rPr>
                        <a:t>The Quick Start</a:t>
                      </a:r>
                      <a:r>
                        <a:rPr lang="en-US" sz="1800" baseline="0" noProof="0" dirty="0">
                          <a:solidFill>
                            <a:srgbClr val="D9D9D9"/>
                          </a:solidFill>
                          <a:latin typeface="Arial" panose="020B0604020202020204" pitchFamily="34" charset="0"/>
                          <a:cs typeface="Arial" panose="020B0604020202020204" pitchFamily="34" charset="0"/>
                        </a:rPr>
                        <a:t> Guides</a:t>
                      </a:r>
                      <a:r>
                        <a:rPr lang="en-US" sz="1800" noProof="0" dirty="0">
                          <a:solidFill>
                            <a:srgbClr val="D9D9D9"/>
                          </a:solidFill>
                          <a:latin typeface="Arial" panose="020B0604020202020204" pitchFamily="34" charset="0"/>
                          <a:cs typeface="Arial" panose="020B0604020202020204" pitchFamily="34" charset="0"/>
                        </a:rPr>
                        <a:t> </a:t>
                      </a:r>
                      <a:r>
                        <a:rPr lang="en-US" sz="1800" u="sng" noProof="0" dirty="0">
                          <a:solidFill>
                            <a:srgbClr val="D9D9D9"/>
                          </a:solidFill>
                          <a:latin typeface="Arial" panose="020B0604020202020204" pitchFamily="34" charset="0"/>
                          <a:cs typeface="Arial" panose="020B0604020202020204" pitchFamily="34" charset="0"/>
                        </a:rPr>
                        <a:t>are outside the template’s printable area</a:t>
                      </a:r>
                      <a:r>
                        <a:rPr lang="en-US" sz="1800" noProof="0" dirty="0">
                          <a:solidFill>
                            <a:srgbClr val="D9D9D9"/>
                          </a:solidFill>
                          <a:latin typeface="Arial" panose="020B0604020202020204" pitchFamily="34" charset="0"/>
                          <a:cs typeface="Arial" panose="020B0604020202020204" pitchFamily="34" charset="0"/>
                        </a:rPr>
                        <a:t> and they will not be on the printed poster</a:t>
                      </a:r>
                      <a:r>
                        <a:rPr lang="en-US" sz="1800" baseline="0" noProof="0" dirty="0">
                          <a:solidFill>
                            <a:srgbClr val="D9D9D9"/>
                          </a:solidFill>
                          <a:latin typeface="Arial" panose="020B0604020202020204" pitchFamily="34" charset="0"/>
                          <a:cs typeface="Arial" panose="020B0604020202020204" pitchFamily="34" charset="0"/>
                        </a:rPr>
                        <a:t>. </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18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1800" baseline="0" noProof="0" dirty="0">
                          <a:solidFill>
                            <a:srgbClr val="D9D9D9"/>
                          </a:solidFill>
                          <a:latin typeface="Arial" panose="020B0604020202020204" pitchFamily="34" charset="0"/>
                          <a:cs typeface="Arial" panose="020B0604020202020204" pitchFamily="34" charset="0"/>
                        </a:rPr>
                        <a:t>If you create a PDF file from your template, the guides will not be included.</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18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1800" baseline="0" noProof="0" dirty="0">
                          <a:solidFill>
                            <a:srgbClr val="D9D9D9"/>
                          </a:solidFill>
                          <a:latin typeface="Arial" panose="020B0604020202020204" pitchFamily="34" charset="0"/>
                          <a:cs typeface="Arial" panose="020B0604020202020204" pitchFamily="34" charset="0"/>
                        </a:rPr>
                        <a:t>To hide the guides click on the </a:t>
                      </a:r>
                      <a:r>
                        <a:rPr lang="en-US" sz="1800" b="1" baseline="0" noProof="0" dirty="0">
                          <a:solidFill>
                            <a:srgbClr val="D9D9D9"/>
                          </a:solidFill>
                          <a:latin typeface="Arial" panose="020B0604020202020204" pitchFamily="34" charset="0"/>
                          <a:cs typeface="Arial" panose="020B0604020202020204" pitchFamily="34" charset="0"/>
                        </a:rPr>
                        <a:t>Home</a:t>
                      </a:r>
                      <a:r>
                        <a:rPr lang="en-US" sz="1800" baseline="0" noProof="0" dirty="0">
                          <a:solidFill>
                            <a:srgbClr val="D9D9D9"/>
                          </a:solidFill>
                          <a:latin typeface="Arial" panose="020B0604020202020204" pitchFamily="34" charset="0"/>
                          <a:cs typeface="Arial" panose="020B0604020202020204" pitchFamily="34" charset="0"/>
                        </a:rPr>
                        <a:t> tab (top of the screen) and then click on the </a:t>
                      </a:r>
                      <a:r>
                        <a:rPr lang="en-US" sz="1800" b="1" baseline="0" noProof="0" dirty="0">
                          <a:solidFill>
                            <a:srgbClr val="D9D9D9"/>
                          </a:solidFill>
                          <a:latin typeface="Arial" panose="020B0604020202020204" pitchFamily="34" charset="0"/>
                          <a:cs typeface="Arial" panose="020B0604020202020204" pitchFamily="34" charset="0"/>
                        </a:rPr>
                        <a:t>Layout</a:t>
                      </a:r>
                      <a:r>
                        <a:rPr lang="en-US" sz="1800" baseline="0" noProof="0" dirty="0">
                          <a:solidFill>
                            <a:srgbClr val="D9D9D9"/>
                          </a:solidFill>
                          <a:latin typeface="Arial" panose="020B0604020202020204" pitchFamily="34" charset="0"/>
                          <a:cs typeface="Arial" panose="020B0604020202020204" pitchFamily="34" charset="0"/>
                        </a:rPr>
                        <a:t> button below to see the available layouts. Choose the </a:t>
                      </a:r>
                      <a:r>
                        <a:rPr lang="en-US" sz="1800" b="1" baseline="0" noProof="0" dirty="0">
                          <a:solidFill>
                            <a:srgbClr val="D9D9D9"/>
                          </a:solidFill>
                          <a:latin typeface="Arial" panose="020B0604020202020204" pitchFamily="34" charset="0"/>
                          <a:cs typeface="Arial" panose="020B0604020202020204" pitchFamily="34" charset="0"/>
                        </a:rPr>
                        <a:t>Without Guides </a:t>
                      </a:r>
                      <a:r>
                        <a:rPr lang="en-US" sz="1800" b="0" baseline="0" noProof="0" dirty="0">
                          <a:solidFill>
                            <a:srgbClr val="D9D9D9"/>
                          </a:solidFill>
                          <a:latin typeface="Arial" panose="020B0604020202020204" pitchFamily="34" charset="0"/>
                          <a:cs typeface="Arial" panose="020B0604020202020204" pitchFamily="34" charset="0"/>
                        </a:rPr>
                        <a:t>layout</a:t>
                      </a:r>
                      <a:r>
                        <a:rPr lang="en-US" sz="1800" baseline="0" noProof="0" dirty="0">
                          <a:solidFill>
                            <a:srgbClr val="D9D9D9"/>
                          </a:solidFill>
                          <a:latin typeface="Arial" panose="020B0604020202020204" pitchFamily="34" charset="0"/>
                          <a:cs typeface="Arial" panose="020B0604020202020204" pitchFamily="34" charset="0"/>
                        </a:rPr>
                        <a:t>.</a:t>
                      </a:r>
                      <a:endParaRPr lang="en-US" sz="18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c rowSpan="2" h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3200" b="1" noProof="0">
                          <a:solidFill>
                            <a:srgbClr val="FFC000"/>
                          </a:solidFill>
                          <a:latin typeface="Arial" panose="020B0604020202020204" pitchFamily="34" charset="0"/>
                          <a:cs typeface="Arial" panose="020B0604020202020204" pitchFamily="34" charset="0"/>
                        </a:rPr>
                        <a:t>How to hide the QUICK START GUIDE bars from the sides of the template</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800" noProof="0">
                          <a:solidFill>
                            <a:srgbClr val="D9D9D9"/>
                          </a:solidFill>
                          <a:latin typeface="Arial" panose="020B0604020202020204" pitchFamily="34" charset="0"/>
                          <a:cs typeface="Arial" panose="020B0604020202020204" pitchFamily="34" charset="0"/>
                        </a:rPr>
                        <a:t>The Quick Start</a:t>
                      </a:r>
                      <a:r>
                        <a:rPr lang="en-US" sz="2800" baseline="0" noProof="0">
                          <a:solidFill>
                            <a:srgbClr val="D9D9D9"/>
                          </a:solidFill>
                          <a:latin typeface="Arial" panose="020B0604020202020204" pitchFamily="34" charset="0"/>
                          <a:cs typeface="Arial" panose="020B0604020202020204" pitchFamily="34" charset="0"/>
                        </a:rPr>
                        <a:t> Guides</a:t>
                      </a:r>
                      <a:r>
                        <a:rPr lang="en-US" sz="2800" noProof="0">
                          <a:solidFill>
                            <a:srgbClr val="D9D9D9"/>
                          </a:solidFill>
                          <a:latin typeface="Arial" panose="020B0604020202020204" pitchFamily="34" charset="0"/>
                          <a:cs typeface="Arial" panose="020B0604020202020204" pitchFamily="34" charset="0"/>
                        </a:rPr>
                        <a:t> </a:t>
                      </a:r>
                      <a:r>
                        <a:rPr lang="en-US" sz="2800" u="sng" noProof="0">
                          <a:solidFill>
                            <a:srgbClr val="D9D9D9"/>
                          </a:solidFill>
                          <a:latin typeface="Arial" panose="020B0604020202020204" pitchFamily="34" charset="0"/>
                          <a:cs typeface="Arial" panose="020B0604020202020204" pitchFamily="34" charset="0"/>
                        </a:rPr>
                        <a:t>are outside the template’s printable area</a:t>
                      </a:r>
                      <a:r>
                        <a:rPr lang="en-US" sz="2800" noProof="0">
                          <a:solidFill>
                            <a:srgbClr val="D9D9D9"/>
                          </a:solidFill>
                          <a:latin typeface="Arial" panose="020B0604020202020204" pitchFamily="34" charset="0"/>
                          <a:cs typeface="Arial" panose="020B0604020202020204" pitchFamily="34" charset="0"/>
                        </a:rPr>
                        <a:t> and they will not be on the printed poster</a:t>
                      </a:r>
                      <a:r>
                        <a:rPr lang="en-US" sz="2800" baseline="0" noProof="0">
                          <a:solidFill>
                            <a:srgbClr val="D9D9D9"/>
                          </a:solidFill>
                          <a:latin typeface="Arial" panose="020B0604020202020204" pitchFamily="34" charset="0"/>
                          <a:cs typeface="Arial" panose="020B0604020202020204" pitchFamily="34" charset="0"/>
                        </a:rPr>
                        <a:t>. </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800" baseline="0" noProof="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800" baseline="0" noProof="0">
                          <a:solidFill>
                            <a:srgbClr val="D9D9D9"/>
                          </a:solidFill>
                          <a:latin typeface="Arial" panose="020B0604020202020204" pitchFamily="34" charset="0"/>
                          <a:cs typeface="Arial" panose="020B0604020202020204" pitchFamily="34" charset="0"/>
                        </a:rPr>
                        <a:t>If you create a PDF file from your template, the guides will not be included.</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800" baseline="0" noProof="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800" baseline="0" noProof="0">
                          <a:solidFill>
                            <a:srgbClr val="D9D9D9"/>
                          </a:solidFill>
                          <a:latin typeface="Arial" panose="020B0604020202020204" pitchFamily="34" charset="0"/>
                          <a:cs typeface="Arial" panose="020B0604020202020204" pitchFamily="34" charset="0"/>
                        </a:rPr>
                        <a:t>To hide the guides click on the </a:t>
                      </a:r>
                      <a:r>
                        <a:rPr lang="en-US" sz="2800" b="1" baseline="0" noProof="0">
                          <a:solidFill>
                            <a:srgbClr val="D9D9D9"/>
                          </a:solidFill>
                          <a:latin typeface="Arial" panose="020B0604020202020204" pitchFamily="34" charset="0"/>
                          <a:cs typeface="Arial" panose="020B0604020202020204" pitchFamily="34" charset="0"/>
                        </a:rPr>
                        <a:t>Home</a:t>
                      </a:r>
                      <a:r>
                        <a:rPr lang="en-US" sz="2800" baseline="0" noProof="0">
                          <a:solidFill>
                            <a:srgbClr val="D9D9D9"/>
                          </a:solidFill>
                          <a:latin typeface="Arial" panose="020B0604020202020204" pitchFamily="34" charset="0"/>
                          <a:cs typeface="Arial" panose="020B0604020202020204" pitchFamily="34" charset="0"/>
                        </a:rPr>
                        <a:t> tab (top of the screen) and then click on the </a:t>
                      </a:r>
                      <a:r>
                        <a:rPr lang="en-US" sz="2800" b="1" baseline="0" noProof="0">
                          <a:solidFill>
                            <a:srgbClr val="D9D9D9"/>
                          </a:solidFill>
                          <a:latin typeface="Arial" panose="020B0604020202020204" pitchFamily="34" charset="0"/>
                          <a:cs typeface="Arial" panose="020B0604020202020204" pitchFamily="34" charset="0"/>
                        </a:rPr>
                        <a:t>Layout</a:t>
                      </a:r>
                      <a:r>
                        <a:rPr lang="en-US" sz="2800" baseline="0" noProof="0">
                          <a:solidFill>
                            <a:srgbClr val="D9D9D9"/>
                          </a:solidFill>
                          <a:latin typeface="Arial" panose="020B0604020202020204" pitchFamily="34" charset="0"/>
                          <a:cs typeface="Arial" panose="020B0604020202020204" pitchFamily="34" charset="0"/>
                        </a:rPr>
                        <a:t> button below to see the available layouts. Choose the </a:t>
                      </a:r>
                      <a:r>
                        <a:rPr lang="en-US" sz="2800" b="1" baseline="0" noProof="0">
                          <a:solidFill>
                            <a:srgbClr val="D9D9D9"/>
                          </a:solidFill>
                          <a:latin typeface="Arial" panose="020B0604020202020204" pitchFamily="34" charset="0"/>
                          <a:cs typeface="Arial" panose="020B0604020202020204" pitchFamily="34" charset="0"/>
                        </a:rPr>
                        <a:t>Without Guides </a:t>
                      </a:r>
                      <a:r>
                        <a:rPr lang="en-US" sz="2800" b="0" baseline="0" noProof="0">
                          <a:solidFill>
                            <a:srgbClr val="D9D9D9"/>
                          </a:solidFill>
                          <a:latin typeface="Arial" panose="020B0604020202020204" pitchFamily="34" charset="0"/>
                          <a:cs typeface="Arial" panose="020B0604020202020204" pitchFamily="34" charset="0"/>
                        </a:rPr>
                        <a:t>layout</a:t>
                      </a:r>
                      <a:r>
                        <a:rPr lang="en-US" sz="2800" baseline="0" noProof="0">
                          <a:solidFill>
                            <a:srgbClr val="D9D9D9"/>
                          </a:solidFill>
                          <a:latin typeface="Arial" panose="020B0604020202020204" pitchFamily="34" charset="0"/>
                          <a:cs typeface="Arial" panose="020B0604020202020204" pitchFamily="34" charset="0"/>
                        </a:rPr>
                        <a:t>.</a:t>
                      </a:r>
                      <a:endParaRPr lang="en-US" sz="28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5"/>
                  </a:ext>
                </a:extLst>
              </a:tr>
              <a:tr h="5508563">
                <a:tc>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0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c gridSpan="2" v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8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c hMerge="1" vMerge="1">
                  <a:txBody>
                    <a:bodyPr/>
                    <a:lstStyle/>
                    <a:p>
                      <a:endParaRPr lang="en-US"/>
                    </a:p>
                  </a:txBody>
                  <a:tcPr/>
                </a:tc>
                <a:extLst>
                  <a:ext uri="{0D108BD9-81ED-4DB2-BD59-A6C34878D82A}">
                    <a16:rowId xmlns:a16="http://schemas.microsoft.com/office/drawing/2014/main" val="1766341567"/>
                  </a:ext>
                </a:extLst>
              </a:tr>
              <a:tr h="4679433">
                <a:tc>
                  <a:txBody>
                    <a:bodyPr/>
                    <a:lstStyle/>
                    <a:p>
                      <a:pPr rtl="0"/>
                      <a:r>
                        <a:rPr lang="en-US" sz="2400" b="1" dirty="0">
                          <a:solidFill>
                            <a:srgbClr val="FFC000"/>
                          </a:solidFill>
                          <a:latin typeface="Arial" panose="020B0604020202020204" pitchFamily="34" charset="0"/>
                          <a:cs typeface="Arial" panose="020B0604020202020204" pitchFamily="34" charset="0"/>
                        </a:rPr>
                        <a:t>How to</a:t>
                      </a:r>
                      <a:r>
                        <a:rPr lang="en-US" sz="2400" b="1" baseline="0" dirty="0">
                          <a:solidFill>
                            <a:srgbClr val="FFC000"/>
                          </a:solidFill>
                          <a:latin typeface="Arial" panose="020B0604020202020204" pitchFamily="34" charset="0"/>
                          <a:cs typeface="Arial" panose="020B0604020202020204" pitchFamily="34" charset="0"/>
                        </a:rPr>
                        <a:t> preview your poster prior to printing</a:t>
                      </a:r>
                      <a:endParaRPr lang="en-US" sz="2400" b="1" dirty="0">
                        <a:solidFill>
                          <a:srgbClr val="FFC000"/>
                        </a:solidFill>
                        <a:latin typeface="Arial" panose="020B0604020202020204" pitchFamily="34" charset="0"/>
                        <a:cs typeface="Arial" panose="020B0604020202020204" pitchFamily="34" charset="0"/>
                      </a:endParaRPr>
                    </a:p>
                    <a:p>
                      <a:pPr rtl="0"/>
                      <a:r>
                        <a:rPr lang="en-US" sz="2000" dirty="0">
                          <a:solidFill>
                            <a:srgbClr val="D9D9D9"/>
                          </a:solidFill>
                          <a:latin typeface="Arial" panose="020B0604020202020204" pitchFamily="34" charset="0"/>
                          <a:cs typeface="Arial" panose="020B0604020202020204" pitchFamily="34" charset="0"/>
                        </a:rPr>
                        <a:t>You can preview your poster at any time by pressing the </a:t>
                      </a:r>
                      <a:r>
                        <a:rPr lang="en-US" sz="2000" dirty="0">
                          <a:solidFill>
                            <a:srgbClr val="FFC000"/>
                          </a:solidFill>
                          <a:latin typeface="Arial" panose="020B0604020202020204" pitchFamily="34" charset="0"/>
                          <a:cs typeface="Arial" panose="020B0604020202020204" pitchFamily="34" charset="0"/>
                        </a:rPr>
                        <a:t>F5 key</a:t>
                      </a:r>
                      <a:r>
                        <a:rPr lang="en-US" sz="2000" dirty="0">
                          <a:solidFill>
                            <a:srgbClr val="D9D9D9"/>
                          </a:solidFill>
                          <a:latin typeface="Arial" panose="020B0604020202020204" pitchFamily="34" charset="0"/>
                          <a:cs typeface="Arial" panose="020B0604020202020204" pitchFamily="34" charset="0"/>
                        </a:rPr>
                        <a:t> on your keyboard. You will see on the screen what's on your poster and how it should look when printed. Press the </a:t>
                      </a:r>
                      <a:r>
                        <a:rPr lang="en-US" sz="2000" dirty="0">
                          <a:solidFill>
                            <a:srgbClr val="FFC000"/>
                          </a:solidFill>
                          <a:latin typeface="Arial" panose="020B0604020202020204" pitchFamily="34" charset="0"/>
                          <a:cs typeface="Arial" panose="020B0604020202020204" pitchFamily="34" charset="0"/>
                        </a:rPr>
                        <a:t>ESC key </a:t>
                      </a:r>
                      <a:r>
                        <a:rPr lang="en-US" sz="2000" dirty="0">
                          <a:solidFill>
                            <a:srgbClr val="D9D9D9"/>
                          </a:solidFill>
                          <a:latin typeface="Arial" panose="020B0604020202020204" pitchFamily="34" charset="0"/>
                          <a:cs typeface="Arial" panose="020B0604020202020204" pitchFamily="34" charset="0"/>
                        </a:rPr>
                        <a:t>to exit Preview.</a:t>
                      </a:r>
                    </a:p>
                  </a:txBody>
                  <a:tcPr marL="182880" marT="137160">
                    <a:solidFill>
                      <a:srgbClr val="010101"/>
                    </a:solidFill>
                  </a:tcPr>
                </a:tc>
                <a:tc gridSpan="2">
                  <a:txBody>
                    <a:bodyPr/>
                    <a:lstStyle/>
                    <a:p>
                      <a:pPr rtl="0"/>
                      <a:r>
                        <a:rPr lang="en-US" sz="8800" b="1" dirty="0">
                          <a:solidFill>
                            <a:srgbClr val="D9D9D9"/>
                          </a:solidFill>
                          <a:latin typeface="Arial" panose="020B0604020202020204" pitchFamily="34" charset="0"/>
                          <a:cs typeface="Arial" panose="020B0604020202020204" pitchFamily="34" charset="0"/>
                        </a:rPr>
                        <a:t>F5</a:t>
                      </a:r>
                      <a:r>
                        <a:rPr lang="en-US" sz="1800" baseline="0" dirty="0">
                          <a:solidFill>
                            <a:srgbClr val="D9D9D9"/>
                          </a:solidFill>
                          <a:latin typeface="Arial" panose="020B0604020202020204" pitchFamily="34" charset="0"/>
                          <a:cs typeface="Arial" panose="020B0604020202020204" pitchFamily="34" charset="0"/>
                        </a:rPr>
                        <a:t> </a:t>
                      </a:r>
                      <a:endParaRPr lang="en-US" sz="1800" dirty="0">
                        <a:solidFill>
                          <a:srgbClr val="D9D9D9"/>
                        </a:solidFill>
                        <a:latin typeface="Arial" panose="020B0604020202020204" pitchFamily="34" charset="0"/>
                        <a:cs typeface="Arial" panose="020B0604020202020204" pitchFamily="34" charset="0"/>
                      </a:endParaRPr>
                    </a:p>
                  </a:txBody>
                  <a:tcPr marL="182880" marT="137160">
                    <a:solidFill>
                      <a:schemeClr val="tx1">
                        <a:lumMod val="95000"/>
                        <a:lumOff val="5000"/>
                      </a:schemeClr>
                    </a:solidFill>
                  </a:tcPr>
                </a:tc>
                <a:tc hMerge="1">
                  <a:txBody>
                    <a:bodyPr/>
                    <a:lstStyle/>
                    <a:p>
                      <a:pPr algn="ctr"/>
                      <a:r>
                        <a:rPr lang="en-US" sz="13800" b="1" dirty="0">
                          <a:solidFill>
                            <a:srgbClr val="D9D9D9"/>
                          </a:solidFill>
                          <a:latin typeface="Arial" panose="020B0604020202020204" pitchFamily="34" charset="0"/>
                          <a:cs typeface="Arial" panose="020B0604020202020204" pitchFamily="34" charset="0"/>
                        </a:rPr>
                        <a:t>F5</a:t>
                      </a:r>
                      <a:r>
                        <a:rPr lang="en-US" sz="2800" baseline="0" dirty="0">
                          <a:solidFill>
                            <a:srgbClr val="D9D9D9"/>
                          </a:solidFill>
                          <a:latin typeface="Arial" panose="020B0604020202020204" pitchFamily="34" charset="0"/>
                          <a:cs typeface="Arial" panose="020B0604020202020204" pitchFamily="34" charset="0"/>
                        </a:rPr>
                        <a:t> </a:t>
                      </a:r>
                      <a:endParaRPr lang="en-US" sz="6000" dirty="0"/>
                    </a:p>
                  </a:txBody>
                  <a:tcPr marL="182880" marT="137160" anchor="ctr">
                    <a:solidFill>
                      <a:schemeClr val="tx1">
                        <a:lumMod val="95000"/>
                        <a:lumOff val="5000"/>
                      </a:schemeClr>
                    </a:solidFill>
                  </a:tcPr>
                </a:tc>
                <a:extLst>
                  <a:ext uri="{0D108BD9-81ED-4DB2-BD59-A6C34878D82A}">
                    <a16:rowId xmlns:a16="http://schemas.microsoft.com/office/drawing/2014/main" val="10006"/>
                  </a:ext>
                </a:extLst>
              </a:tr>
              <a:tr h="5369361">
                <a:tc gridSpan="3">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000" b="1" noProof="0" dirty="0">
                          <a:solidFill>
                            <a:srgbClr val="FFC000"/>
                          </a:solidFill>
                          <a:latin typeface="Arial"/>
                          <a:cs typeface="Arial"/>
                        </a:rPr>
                        <a:t>How to print your poster</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1800" noProof="0" dirty="0">
                          <a:solidFill>
                            <a:srgbClr val="D9D9D9"/>
                          </a:solidFill>
                          <a:latin typeface="Arial"/>
                          <a:cs typeface="Arial"/>
                        </a:rPr>
                        <a:t>When you are ready to have your poster printed go online to </a:t>
                      </a:r>
                      <a:r>
                        <a:rPr lang="en-US" sz="1800" noProof="0" dirty="0" err="1">
                          <a:solidFill>
                            <a:srgbClr val="FFC000"/>
                          </a:solidFill>
                          <a:latin typeface="Arial"/>
                          <a:cs typeface="Arial"/>
                        </a:rPr>
                        <a:t>PosterPresentations.com</a:t>
                      </a:r>
                      <a:r>
                        <a:rPr lang="en-US" sz="1800" noProof="0" dirty="0">
                          <a:solidFill>
                            <a:srgbClr val="D9D9D9"/>
                          </a:solidFill>
                          <a:latin typeface="Arial"/>
                          <a:cs typeface="Arial"/>
                        </a:rPr>
                        <a:t> and click on the "</a:t>
                      </a:r>
                      <a:r>
                        <a:rPr lang="en-US" sz="1800" noProof="0" dirty="0">
                          <a:solidFill>
                            <a:srgbClr val="FFC000"/>
                          </a:solidFill>
                          <a:latin typeface="Arial"/>
                          <a:cs typeface="Arial"/>
                        </a:rPr>
                        <a:t>Order Your Poster</a:t>
                      </a:r>
                      <a:r>
                        <a:rPr lang="en-US" sz="1800" noProof="0" dirty="0">
                          <a:solidFill>
                            <a:srgbClr val="D9D9D9"/>
                          </a:solidFill>
                          <a:latin typeface="Arial"/>
                          <a:cs typeface="Arial"/>
                        </a:rPr>
                        <a:t>" button. You can have your poster printed on professional papers, fabric for easy traveling and a variety of other materials. </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1800" noProof="0" dirty="0">
                          <a:solidFill>
                            <a:srgbClr val="D9D9D9"/>
                          </a:solidFill>
                          <a:latin typeface="Arial"/>
                          <a:cs typeface="Arial"/>
                        </a:rPr>
                        <a:t>If you submit a PowerPoint document, you will be receiving a PDF proof for your approval prior to printing. If your order is placed and paid for before noon (Pacific time) Monday-Friday, your order will ship out that same day. FedEx Next day, Second day, Third day, and Free Ground services are offered. </a:t>
                      </a:r>
                    </a:p>
                    <a:p>
                      <a:pPr marL="0" marR="0" lvl="0" indent="0" algn="l" defTabSz="114300" rtl="0" eaLnBrk="1" fontAlgn="auto" latinLnBrk="0" hangingPunct="1">
                        <a:lnSpc>
                          <a:spcPct val="100000"/>
                        </a:lnSpc>
                        <a:spcBef>
                          <a:spcPts val="0"/>
                        </a:spcBef>
                        <a:spcAft>
                          <a:spcPts val="0"/>
                        </a:spcAft>
                        <a:buClrTx/>
                        <a:buSzTx/>
                        <a:buFontTx/>
                        <a:buNone/>
                        <a:tabLst/>
                        <a:defRPr/>
                      </a:pPr>
                      <a:br>
                        <a:rPr lang="en-US" sz="1800" noProof="0" dirty="0">
                          <a:solidFill>
                            <a:srgbClr val="D9D9D9"/>
                          </a:solidFill>
                          <a:latin typeface="Arial"/>
                          <a:cs typeface="Arial"/>
                        </a:rPr>
                      </a:br>
                      <a:r>
                        <a:rPr lang="en-US" sz="1800" noProof="0" dirty="0">
                          <a:solidFill>
                            <a:srgbClr val="D9D9D9"/>
                          </a:solidFill>
                          <a:latin typeface="Arial"/>
                          <a:cs typeface="Arial"/>
                        </a:rPr>
                        <a:t>Go to </a:t>
                      </a:r>
                      <a:r>
                        <a:rPr lang="en-US" sz="1800" noProof="0" dirty="0" err="1">
                          <a:solidFill>
                            <a:srgbClr val="FFC000"/>
                          </a:solidFill>
                          <a:latin typeface="Arial"/>
                          <a:cs typeface="Arial"/>
                        </a:rPr>
                        <a:t>PosterPresentations.com</a:t>
                      </a:r>
                      <a:r>
                        <a:rPr lang="en-US" sz="1800" noProof="0" dirty="0">
                          <a:solidFill>
                            <a:srgbClr val="D9D9D9"/>
                          </a:solidFill>
                          <a:latin typeface="Arial"/>
                          <a:cs typeface="Arial"/>
                        </a:rPr>
                        <a:t> for more information.</a:t>
                      </a:r>
                    </a:p>
                  </a:txBody>
                  <a:tcPr marL="182880" marT="137160">
                    <a:solidFill>
                      <a:srgbClr val="01010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7"/>
                  </a:ext>
                </a:extLst>
              </a:tr>
              <a:tr h="1059070">
                <a:tc gridSpan="3">
                  <a:txBody>
                    <a:bodyPr/>
                    <a:lstStyle/>
                    <a:p>
                      <a:endParaRPr lang="en-US" sz="1800" dirty="0">
                        <a:solidFill>
                          <a:srgbClr val="1F3A4E"/>
                        </a:solidFill>
                      </a:endParaRPr>
                    </a:p>
                  </a:txBody>
                  <a:tcPr marL="182880" marT="137160">
                    <a:blipFill dpi="0" rotWithShape="1">
                      <a:blip r:embed="rId9">
                        <a:extLst>
                          <a:ext uri="{28A0092B-C50C-407E-A947-70E740481C1C}">
                            <a14:useLocalDpi xmlns:a14="http://schemas.microsoft.com/office/drawing/2010/main" val="0"/>
                          </a:ext>
                        </a:extLst>
                      </a:blip>
                      <a:srcRect/>
                      <a:stretch>
                        <a:fillRect/>
                      </a:stretch>
                    </a:blip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8"/>
                  </a:ext>
                </a:extLst>
              </a:tr>
              <a:tr h="824517">
                <a:tc gridSpan="2">
                  <a:txBody>
                    <a:bodyPr/>
                    <a:lstStyle/>
                    <a:p>
                      <a:pPr>
                        <a:lnSpc>
                          <a:spcPts val="2600"/>
                        </a:lnSpc>
                      </a:pPr>
                      <a:r>
                        <a:rPr lang="en-US" sz="1800" dirty="0">
                          <a:solidFill>
                            <a:schemeClr val="bg1">
                              <a:lumMod val="85000"/>
                            </a:schemeClr>
                          </a:solidFill>
                          <a:latin typeface="Arial"/>
                          <a:cs typeface="Arial"/>
                        </a:rPr>
                        <a:t>© 2019</a:t>
                      </a:r>
                      <a:r>
                        <a:rPr lang="en-US" sz="1800" baseline="0" dirty="0">
                          <a:solidFill>
                            <a:schemeClr val="bg1">
                              <a:lumMod val="85000"/>
                            </a:schemeClr>
                          </a:solidFill>
                          <a:latin typeface="Arial"/>
                          <a:cs typeface="Arial"/>
                        </a:rPr>
                        <a:t> </a:t>
                      </a:r>
                      <a:r>
                        <a:rPr lang="en-US" sz="1800" dirty="0" err="1">
                          <a:solidFill>
                            <a:schemeClr val="bg1">
                              <a:lumMod val="85000"/>
                            </a:schemeClr>
                          </a:solidFill>
                          <a:latin typeface="Arial"/>
                          <a:cs typeface="Arial"/>
                        </a:rPr>
                        <a:t>PosterPresentations.com</a:t>
                      </a:r>
                      <a:br>
                        <a:rPr lang="en-US" sz="1800" dirty="0">
                          <a:solidFill>
                            <a:schemeClr val="bg1">
                              <a:lumMod val="85000"/>
                            </a:schemeClr>
                          </a:solidFill>
                          <a:latin typeface="Arial"/>
                          <a:cs typeface="Arial"/>
                        </a:rPr>
                      </a:br>
                      <a:r>
                        <a:rPr lang="en-US" sz="1800" dirty="0">
                          <a:solidFill>
                            <a:schemeClr val="bg1">
                              <a:lumMod val="85000"/>
                            </a:schemeClr>
                          </a:solidFill>
                          <a:latin typeface="Arial"/>
                          <a:cs typeface="Arial"/>
                        </a:rPr>
                        <a:t>2117 Fourth Street ,</a:t>
                      </a:r>
                      <a:r>
                        <a:rPr lang="en-US" sz="1800" baseline="0" dirty="0">
                          <a:solidFill>
                            <a:schemeClr val="bg1">
                              <a:lumMod val="85000"/>
                            </a:schemeClr>
                          </a:solidFill>
                          <a:latin typeface="Arial"/>
                          <a:cs typeface="Arial"/>
                        </a:rPr>
                        <a:t> STE C        </a:t>
                      </a:r>
                    </a:p>
                    <a:p>
                      <a:pPr>
                        <a:lnSpc>
                          <a:spcPts val="2600"/>
                        </a:lnSpc>
                      </a:pPr>
                      <a:r>
                        <a:rPr lang="en-US" sz="1800" baseline="0" dirty="0">
                          <a:solidFill>
                            <a:schemeClr val="bg1">
                              <a:lumMod val="85000"/>
                            </a:schemeClr>
                          </a:solidFill>
                          <a:latin typeface="Arial"/>
                          <a:cs typeface="Arial"/>
                        </a:rPr>
                        <a:t>Berkeley CA 94710 USA</a:t>
                      </a:r>
                      <a:endParaRPr lang="en-US" sz="1800" dirty="0">
                        <a:solidFill>
                          <a:schemeClr val="bg1">
                            <a:lumMod val="85000"/>
                          </a:schemeClr>
                        </a:solidFill>
                        <a:latin typeface="Arial"/>
                        <a:cs typeface="Arial"/>
                      </a:endParaRPr>
                    </a:p>
                  </a:txBody>
                  <a:tcPr marL="182880" marT="137160">
                    <a:solidFill>
                      <a:srgbClr val="010101"/>
                    </a:solidFill>
                  </a:tcPr>
                </a:tc>
                <a:tc hMerge="1">
                  <a:txBody>
                    <a:bodyPr/>
                    <a:lstStyle/>
                    <a:p>
                      <a:pPr>
                        <a:lnSpc>
                          <a:spcPts val="2600"/>
                        </a:lnSpc>
                      </a:pPr>
                      <a:endParaRPr lang="en-US" sz="2400" dirty="0">
                        <a:solidFill>
                          <a:schemeClr val="bg1">
                            <a:lumMod val="85000"/>
                          </a:schemeClr>
                        </a:solidFill>
                        <a:latin typeface="Arial"/>
                        <a:cs typeface="Arial"/>
                      </a:endParaRPr>
                    </a:p>
                  </a:txBody>
                  <a:tcPr marL="182880" marT="137160">
                    <a:solidFill>
                      <a:srgbClr val="010101"/>
                    </a:solidFill>
                  </a:tcPr>
                </a:tc>
                <a:tc>
                  <a:txBody>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1800" b="1" dirty="0">
                          <a:solidFill>
                            <a:srgbClr val="D0D0D0"/>
                          </a:solidFill>
                          <a:latin typeface="Arial"/>
                          <a:cs typeface="Arial"/>
                        </a:rPr>
                        <a:t>For complete tutorials</a:t>
                      </a:r>
                      <a:r>
                        <a:rPr lang="en-US" sz="1800" b="1" baseline="0" dirty="0">
                          <a:solidFill>
                            <a:srgbClr val="D0D0D0"/>
                          </a:solidFill>
                          <a:latin typeface="Arial"/>
                          <a:cs typeface="Arial"/>
                        </a:rPr>
                        <a:t> visit:</a:t>
                      </a:r>
                    </a:p>
                    <a:p>
                      <a:pPr marL="0" marR="0" indent="0" algn="l" defTabSz="4388900" rtl="0" eaLnBrk="1" fontAlgn="auto" latinLnBrk="0" hangingPunct="1">
                        <a:lnSpc>
                          <a:spcPct val="100000"/>
                        </a:lnSpc>
                        <a:spcBef>
                          <a:spcPts val="0"/>
                        </a:spcBef>
                        <a:spcAft>
                          <a:spcPts val="0"/>
                        </a:spcAft>
                        <a:buClrTx/>
                        <a:buSzTx/>
                        <a:buFontTx/>
                        <a:buNone/>
                        <a:tabLst/>
                        <a:defRPr/>
                      </a:pPr>
                      <a:r>
                        <a:rPr lang="en-US" sz="1400" b="1" dirty="0">
                          <a:solidFill>
                            <a:srgbClr val="FFC000"/>
                          </a:solidFill>
                          <a:latin typeface="Arial"/>
                          <a:cs typeface="Arial"/>
                        </a:rPr>
                        <a:t>https://</a:t>
                      </a:r>
                      <a:r>
                        <a:rPr lang="en-US" sz="1400" b="1" dirty="0" err="1">
                          <a:solidFill>
                            <a:srgbClr val="FFC000"/>
                          </a:solidFill>
                          <a:latin typeface="Arial"/>
                          <a:cs typeface="Arial"/>
                        </a:rPr>
                        <a:t>www.posterpresentations.com</a:t>
                      </a:r>
                      <a:r>
                        <a:rPr lang="en-US" sz="1400" b="1" dirty="0">
                          <a:solidFill>
                            <a:srgbClr val="FFC000"/>
                          </a:solidFill>
                          <a:latin typeface="Arial"/>
                          <a:cs typeface="Arial"/>
                        </a:rPr>
                        <a:t>/</a:t>
                      </a:r>
                      <a:r>
                        <a:rPr lang="en-US" sz="1400" b="1" dirty="0" err="1">
                          <a:solidFill>
                            <a:srgbClr val="FFC000"/>
                          </a:solidFill>
                          <a:latin typeface="Arial"/>
                          <a:cs typeface="Arial"/>
                        </a:rPr>
                        <a:t>helpdesk.html</a:t>
                      </a:r>
                      <a:endParaRPr lang="en-US" sz="9600" dirty="0"/>
                    </a:p>
                  </a:txBody>
                  <a:tcPr marL="182880" marT="137160">
                    <a:solidFill>
                      <a:srgbClr val="010101"/>
                    </a:solidFill>
                  </a:tcPr>
                </a:tc>
                <a:extLst>
                  <a:ext uri="{0D108BD9-81ED-4DB2-BD59-A6C34878D82A}">
                    <a16:rowId xmlns:a16="http://schemas.microsoft.com/office/drawing/2014/main" val="10009"/>
                  </a:ext>
                </a:extLst>
              </a:tr>
            </a:tbl>
          </a:graphicData>
        </a:graphic>
      </p:graphicFrame>
    </p:spTree>
  </p:cSld>
  <p:clrMap bg1="lt1" tx1="dk1" bg2="lt2" tx2="dk2" accent1="accent1" accent2="accent2" accent3="accent3" accent4="accent4" accent5="accent5" accent6="accent6" hlink="hlink" folHlink="folHlink"/>
  <p:sldLayoutIdLst>
    <p:sldLayoutId id="2147483659" r:id="rId1"/>
  </p:sldLayoutIdLst>
  <p:txStyles>
    <p:titleStyle>
      <a:lvl1pPr algn="ctr" defTabSz="3038715" rtl="0" eaLnBrk="1" latinLnBrk="0" hangingPunct="1">
        <a:spcBef>
          <a:spcPct val="0"/>
        </a:spcBef>
        <a:buNone/>
        <a:defRPr sz="6000" kern="1200">
          <a:solidFill>
            <a:schemeClr val="bg1"/>
          </a:solidFill>
          <a:latin typeface="Trebuchet MS" pitchFamily="34" charset="0"/>
          <a:ea typeface="+mj-ea"/>
          <a:cs typeface="+mj-cs"/>
        </a:defRPr>
      </a:lvl1pPr>
    </p:titleStyle>
    <p:bodyStyle>
      <a:lvl1pPr marL="1139518" indent="-1139518" algn="l" defTabSz="3038715" rtl="0" eaLnBrk="1" latinLnBrk="0" hangingPunct="1">
        <a:spcBef>
          <a:spcPct val="20000"/>
        </a:spcBef>
        <a:buFont typeface="Arial" pitchFamily="34" charset="0"/>
        <a:buChar char="•"/>
        <a:defRPr sz="10600" kern="1200">
          <a:solidFill>
            <a:schemeClr val="tx1"/>
          </a:solidFill>
          <a:latin typeface="+mn-lt"/>
          <a:ea typeface="+mn-ea"/>
          <a:cs typeface="+mn-cs"/>
        </a:defRPr>
      </a:lvl1pPr>
      <a:lvl2pPr marL="2468955" indent="-949598" algn="l" defTabSz="3038715" rtl="0" eaLnBrk="1" latinLnBrk="0" hangingPunct="1">
        <a:spcBef>
          <a:spcPct val="20000"/>
        </a:spcBef>
        <a:buFont typeface="Arial" pitchFamily="34" charset="0"/>
        <a:buChar char="–"/>
        <a:defRPr sz="9400" kern="1200">
          <a:solidFill>
            <a:schemeClr val="tx1"/>
          </a:solidFill>
          <a:latin typeface="+mn-lt"/>
          <a:ea typeface="+mn-ea"/>
          <a:cs typeface="+mn-cs"/>
        </a:defRPr>
      </a:lvl2pPr>
      <a:lvl3pPr marL="3798394" indent="-759679" algn="l" defTabSz="3038715" rtl="0" eaLnBrk="1" latinLnBrk="0" hangingPunct="1">
        <a:spcBef>
          <a:spcPct val="20000"/>
        </a:spcBef>
        <a:buFont typeface="Arial" pitchFamily="34" charset="0"/>
        <a:buChar char="•"/>
        <a:defRPr sz="8000" kern="1200">
          <a:solidFill>
            <a:schemeClr val="tx1"/>
          </a:solidFill>
          <a:latin typeface="+mn-lt"/>
          <a:ea typeface="+mn-ea"/>
          <a:cs typeface="+mn-cs"/>
        </a:defRPr>
      </a:lvl3pPr>
      <a:lvl4pPr marL="5317751"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4pPr>
      <a:lvl5pPr marL="6837107"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5pPr>
      <a:lvl6pPr marL="8356465"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6pPr>
      <a:lvl7pPr marL="9875821"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7pPr>
      <a:lvl8pPr marL="11395179"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8pPr>
      <a:lvl9pPr marL="12914537"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9pPr>
    </p:bodyStyle>
    <p:otherStyle>
      <a:defPPr>
        <a:defRPr lang="en-US"/>
      </a:defPPr>
      <a:lvl1pPr marL="0" algn="l" defTabSz="3038715" rtl="0" eaLnBrk="1" latinLnBrk="0" hangingPunct="1">
        <a:defRPr sz="6000" kern="1200">
          <a:solidFill>
            <a:schemeClr val="tx1"/>
          </a:solidFill>
          <a:latin typeface="+mn-lt"/>
          <a:ea typeface="+mn-ea"/>
          <a:cs typeface="+mn-cs"/>
        </a:defRPr>
      </a:lvl1pPr>
      <a:lvl2pPr marL="1519358" algn="l" defTabSz="3038715" rtl="0" eaLnBrk="1" latinLnBrk="0" hangingPunct="1">
        <a:defRPr sz="6000" kern="1200">
          <a:solidFill>
            <a:schemeClr val="tx1"/>
          </a:solidFill>
          <a:latin typeface="+mn-lt"/>
          <a:ea typeface="+mn-ea"/>
          <a:cs typeface="+mn-cs"/>
        </a:defRPr>
      </a:lvl2pPr>
      <a:lvl3pPr marL="3038715" algn="l" defTabSz="3038715" rtl="0" eaLnBrk="1" latinLnBrk="0" hangingPunct="1">
        <a:defRPr sz="6000" kern="1200">
          <a:solidFill>
            <a:schemeClr val="tx1"/>
          </a:solidFill>
          <a:latin typeface="+mn-lt"/>
          <a:ea typeface="+mn-ea"/>
          <a:cs typeface="+mn-cs"/>
        </a:defRPr>
      </a:lvl3pPr>
      <a:lvl4pPr marL="4558071" algn="l" defTabSz="3038715" rtl="0" eaLnBrk="1" latinLnBrk="0" hangingPunct="1">
        <a:defRPr sz="6000" kern="1200">
          <a:solidFill>
            <a:schemeClr val="tx1"/>
          </a:solidFill>
          <a:latin typeface="+mn-lt"/>
          <a:ea typeface="+mn-ea"/>
          <a:cs typeface="+mn-cs"/>
        </a:defRPr>
      </a:lvl4pPr>
      <a:lvl5pPr marL="6077429" algn="l" defTabSz="3038715" rtl="0" eaLnBrk="1" latinLnBrk="0" hangingPunct="1">
        <a:defRPr sz="6000" kern="1200">
          <a:solidFill>
            <a:schemeClr val="tx1"/>
          </a:solidFill>
          <a:latin typeface="+mn-lt"/>
          <a:ea typeface="+mn-ea"/>
          <a:cs typeface="+mn-cs"/>
        </a:defRPr>
      </a:lvl5pPr>
      <a:lvl6pPr marL="7596786" algn="l" defTabSz="3038715" rtl="0" eaLnBrk="1" latinLnBrk="0" hangingPunct="1">
        <a:defRPr sz="6000" kern="1200">
          <a:solidFill>
            <a:schemeClr val="tx1"/>
          </a:solidFill>
          <a:latin typeface="+mn-lt"/>
          <a:ea typeface="+mn-ea"/>
          <a:cs typeface="+mn-cs"/>
        </a:defRPr>
      </a:lvl6pPr>
      <a:lvl7pPr marL="9116145" algn="l" defTabSz="3038715" rtl="0" eaLnBrk="1" latinLnBrk="0" hangingPunct="1">
        <a:defRPr sz="6000" kern="1200">
          <a:solidFill>
            <a:schemeClr val="tx1"/>
          </a:solidFill>
          <a:latin typeface="+mn-lt"/>
          <a:ea typeface="+mn-ea"/>
          <a:cs typeface="+mn-cs"/>
        </a:defRPr>
      </a:lvl7pPr>
      <a:lvl8pPr marL="10635501" algn="l" defTabSz="3038715" rtl="0" eaLnBrk="1" latinLnBrk="0" hangingPunct="1">
        <a:defRPr sz="6000" kern="1200">
          <a:solidFill>
            <a:schemeClr val="tx1"/>
          </a:solidFill>
          <a:latin typeface="+mn-lt"/>
          <a:ea typeface="+mn-ea"/>
          <a:cs typeface="+mn-cs"/>
        </a:defRPr>
      </a:lvl8pPr>
      <a:lvl9pPr marL="12154859" algn="l" defTabSz="3038715" rtl="0" eaLnBrk="1" latinLnBrk="0" hangingPunct="1">
        <a:defRPr sz="60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7171AE2E-AA4D-B743-93D8-48DC6966202F}"/>
              </a:ext>
            </a:extLst>
          </p:cNvPr>
          <p:cNvGrpSpPr/>
          <p:nvPr userDrawn="1"/>
        </p:nvGrpSpPr>
        <p:grpSpPr>
          <a:xfrm>
            <a:off x="-268793" y="-159027"/>
            <a:ext cx="21734579" cy="30999245"/>
            <a:chOff x="-268793" y="-159027"/>
            <a:chExt cx="21734579" cy="30970331"/>
          </a:xfrm>
        </p:grpSpPr>
        <p:sp>
          <p:nvSpPr>
            <p:cNvPr id="40" name="Freeform 39"/>
            <p:cNvSpPr/>
            <p:nvPr userDrawn="1"/>
          </p:nvSpPr>
          <p:spPr>
            <a:xfrm>
              <a:off x="-233480" y="-142048"/>
              <a:ext cx="21699266" cy="30417261"/>
            </a:xfrm>
            <a:custGeom>
              <a:avLst/>
              <a:gdLst>
                <a:gd name="connsiteX0" fmla="*/ 0 w 44005500"/>
                <a:gd name="connsiteY0" fmla="*/ 0 h 32956500"/>
                <a:gd name="connsiteX1" fmla="*/ 44005500 w 44005500"/>
                <a:gd name="connsiteY1" fmla="*/ 32956500 h 32956500"/>
                <a:gd name="connsiteX2" fmla="*/ 38100 w 44005500"/>
                <a:gd name="connsiteY2" fmla="*/ 32918400 h 32956500"/>
                <a:gd name="connsiteX3" fmla="*/ 0 w 44005500"/>
                <a:gd name="connsiteY3" fmla="*/ 0 h 32956500"/>
              </a:gdLst>
              <a:ahLst/>
              <a:cxnLst>
                <a:cxn ang="0">
                  <a:pos x="connsiteX0" y="connsiteY0"/>
                </a:cxn>
                <a:cxn ang="0">
                  <a:pos x="connsiteX1" y="connsiteY1"/>
                </a:cxn>
                <a:cxn ang="0">
                  <a:pos x="connsiteX2" y="connsiteY2"/>
                </a:cxn>
                <a:cxn ang="0">
                  <a:pos x="connsiteX3" y="connsiteY3"/>
                </a:cxn>
              </a:cxnLst>
              <a:rect l="l" t="t" r="r" b="b"/>
              <a:pathLst>
                <a:path w="44005500" h="32956500">
                  <a:moveTo>
                    <a:pt x="0" y="0"/>
                  </a:moveTo>
                  <a:lnTo>
                    <a:pt x="44005500" y="32956500"/>
                  </a:lnTo>
                  <a:lnTo>
                    <a:pt x="38100" y="32918400"/>
                  </a:lnTo>
                  <a:lnTo>
                    <a:pt x="0" y="0"/>
                  </a:lnTo>
                  <a:close/>
                </a:path>
              </a:pathLst>
            </a:custGeom>
            <a:gradFill>
              <a:gsLst>
                <a:gs pos="79000">
                  <a:schemeClr val="accent1">
                    <a:lumMod val="40000"/>
                    <a:lumOff val="60000"/>
                  </a:schemeClr>
                </a:gs>
                <a:gs pos="13000">
                  <a:schemeClr val="accent1">
                    <a:lumMod val="30000"/>
                    <a:lumOff val="7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Freeform 41"/>
            <p:cNvSpPr/>
            <p:nvPr userDrawn="1"/>
          </p:nvSpPr>
          <p:spPr>
            <a:xfrm flipH="1" flipV="1">
              <a:off x="-233481" y="-142048"/>
              <a:ext cx="21699264" cy="30417261"/>
            </a:xfrm>
            <a:custGeom>
              <a:avLst/>
              <a:gdLst>
                <a:gd name="connsiteX0" fmla="*/ 0 w 44005500"/>
                <a:gd name="connsiteY0" fmla="*/ 0 h 32956500"/>
                <a:gd name="connsiteX1" fmla="*/ 44005500 w 44005500"/>
                <a:gd name="connsiteY1" fmla="*/ 32956500 h 32956500"/>
                <a:gd name="connsiteX2" fmla="*/ 38100 w 44005500"/>
                <a:gd name="connsiteY2" fmla="*/ 32918400 h 32956500"/>
                <a:gd name="connsiteX3" fmla="*/ 0 w 44005500"/>
                <a:gd name="connsiteY3" fmla="*/ 0 h 32956500"/>
              </a:gdLst>
              <a:ahLst/>
              <a:cxnLst>
                <a:cxn ang="0">
                  <a:pos x="connsiteX0" y="connsiteY0"/>
                </a:cxn>
                <a:cxn ang="0">
                  <a:pos x="connsiteX1" y="connsiteY1"/>
                </a:cxn>
                <a:cxn ang="0">
                  <a:pos x="connsiteX2" y="connsiteY2"/>
                </a:cxn>
                <a:cxn ang="0">
                  <a:pos x="connsiteX3" y="connsiteY3"/>
                </a:cxn>
              </a:cxnLst>
              <a:rect l="l" t="t" r="r" b="b"/>
              <a:pathLst>
                <a:path w="44005500" h="32956500">
                  <a:moveTo>
                    <a:pt x="0" y="0"/>
                  </a:moveTo>
                  <a:lnTo>
                    <a:pt x="44005500" y="32956500"/>
                  </a:lnTo>
                  <a:lnTo>
                    <a:pt x="38100" y="32918400"/>
                  </a:lnTo>
                  <a:lnTo>
                    <a:pt x="0" y="0"/>
                  </a:lnTo>
                  <a:close/>
                </a:path>
              </a:pathLst>
            </a:custGeom>
            <a:gradFill>
              <a:gsLst>
                <a:gs pos="41000">
                  <a:schemeClr val="bg2"/>
                </a:gs>
                <a:gs pos="100000">
                  <a:schemeClr val="accent1">
                    <a:lumMod val="30000"/>
                    <a:lumOff val="7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Freeform 42"/>
            <p:cNvSpPr/>
            <p:nvPr userDrawn="1"/>
          </p:nvSpPr>
          <p:spPr>
            <a:xfrm>
              <a:off x="-268793" y="-159027"/>
              <a:ext cx="21734578" cy="30970331"/>
            </a:xfrm>
            <a:custGeom>
              <a:avLst/>
              <a:gdLst>
                <a:gd name="connsiteX0" fmla="*/ 36576 w 39026592"/>
                <a:gd name="connsiteY0" fmla="*/ 0 h 30614112"/>
                <a:gd name="connsiteX1" fmla="*/ 15837408 w 39026592"/>
                <a:gd name="connsiteY1" fmla="*/ 30614112 h 30614112"/>
                <a:gd name="connsiteX2" fmla="*/ 39026592 w 39026592"/>
                <a:gd name="connsiteY2" fmla="*/ 13350240 h 30614112"/>
                <a:gd name="connsiteX3" fmla="*/ 0 w 39026592"/>
                <a:gd name="connsiteY3" fmla="*/ 73152 h 30614112"/>
                <a:gd name="connsiteX4" fmla="*/ 109728 w 39026592"/>
                <a:gd name="connsiteY4" fmla="*/ 146304 h 306141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026592" h="30614112">
                  <a:moveTo>
                    <a:pt x="36576" y="0"/>
                  </a:moveTo>
                  <a:lnTo>
                    <a:pt x="15837408" y="30614112"/>
                  </a:lnTo>
                  <a:lnTo>
                    <a:pt x="39026592" y="13350240"/>
                  </a:lnTo>
                  <a:lnTo>
                    <a:pt x="0" y="73152"/>
                  </a:lnTo>
                  <a:lnTo>
                    <a:pt x="109728" y="146304"/>
                  </a:lnTo>
                </a:path>
              </a:pathLst>
            </a:custGeom>
            <a:gradFill flip="none" rotWithShape="1">
              <a:gsLst>
                <a:gs pos="0">
                  <a:schemeClr val="bg1"/>
                </a:gs>
                <a:gs pos="76000">
                  <a:schemeClr val="accent1">
                    <a:lumMod val="30000"/>
                    <a:lumOff val="70000"/>
                    <a:alpha val="0"/>
                  </a:schemeClr>
                </a:gs>
              </a:gsLst>
              <a:path path="rect">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Text Box 14"/>
            <p:cNvSpPr txBox="1">
              <a:spLocks noChangeArrowheads="1"/>
            </p:cNvSpPr>
            <p:nvPr userDrawn="1"/>
          </p:nvSpPr>
          <p:spPr bwMode="auto">
            <a:xfrm>
              <a:off x="614852" y="29556350"/>
              <a:ext cx="1862933" cy="258718"/>
            </a:xfrm>
            <a:prstGeom prst="rect">
              <a:avLst/>
            </a:prstGeom>
            <a:noFill/>
            <a:ln w="9525">
              <a:noFill/>
              <a:miter lim="800000"/>
              <a:headEnd/>
              <a:tailEnd/>
            </a:ln>
            <a:effectLst/>
          </p:spPr>
          <p:txBody>
            <a:bodyPr wrap="square" lIns="63187" tIns="31588" rIns="63187" bIns="31588">
              <a:spAutoFit/>
            </a:bodyPr>
            <a:lstStyle/>
            <a:p>
              <a:pPr eaLnBrk="0" hangingPunct="0">
                <a:lnSpc>
                  <a:spcPct val="65000"/>
                </a:lnSpc>
                <a:spcBef>
                  <a:spcPct val="50000"/>
                </a:spcBef>
                <a:defRPr/>
              </a:pPr>
              <a:r>
                <a:rPr lang="en-US" sz="500" b="1" dirty="0">
                  <a:solidFill>
                    <a:schemeClr val="bg1">
                      <a:lumMod val="75000"/>
                    </a:schemeClr>
                  </a:solidFill>
                  <a:latin typeface="Arial" charset="0"/>
                </a:rPr>
                <a:t>RESEARCH POSTER PRESENTATION DESIGN © 2019</a:t>
              </a:r>
            </a:p>
            <a:p>
              <a:pPr eaLnBrk="0" hangingPunct="0">
                <a:lnSpc>
                  <a:spcPct val="65000"/>
                </a:lnSpc>
                <a:spcBef>
                  <a:spcPct val="50000"/>
                </a:spcBef>
                <a:defRPr/>
              </a:pPr>
              <a:r>
                <a:rPr lang="en-US" sz="800" b="1" dirty="0">
                  <a:solidFill>
                    <a:schemeClr val="bg1">
                      <a:lumMod val="75000"/>
                    </a:schemeClr>
                  </a:solidFill>
                  <a:latin typeface="Arial" charset="0"/>
                </a:rPr>
                <a:t>www.PosterPresentations.com</a:t>
              </a:r>
            </a:p>
          </p:txBody>
        </p:sp>
      </p:grpSp>
    </p:spTree>
    <p:extLst>
      <p:ext uri="{BB962C8B-B14F-4D97-AF65-F5344CB8AC3E}">
        <p14:creationId xmlns:p14="http://schemas.microsoft.com/office/powerpoint/2010/main" val="2303710525"/>
      </p:ext>
    </p:extLst>
  </p:cSld>
  <p:clrMap bg1="lt1" tx1="dk1" bg2="lt2" tx2="dk2" accent1="accent1" accent2="accent2" accent3="accent3" accent4="accent4" accent5="accent5" accent6="accent6" hlink="hlink" folHlink="folHlink"/>
  <p:sldLayoutIdLst>
    <p:sldLayoutId id="2147483661" r:id="rId1"/>
  </p:sldLayoutIdLst>
  <p:txStyles>
    <p:titleStyle>
      <a:lvl1pPr algn="ctr" defTabSz="3038715" rtl="0" eaLnBrk="1" latinLnBrk="0" hangingPunct="1">
        <a:spcBef>
          <a:spcPct val="0"/>
        </a:spcBef>
        <a:buNone/>
        <a:defRPr sz="6000" kern="1200">
          <a:solidFill>
            <a:schemeClr val="bg1"/>
          </a:solidFill>
          <a:latin typeface="Trebuchet MS" pitchFamily="34" charset="0"/>
          <a:ea typeface="+mj-ea"/>
          <a:cs typeface="+mj-cs"/>
        </a:defRPr>
      </a:lvl1pPr>
    </p:titleStyle>
    <p:bodyStyle>
      <a:lvl1pPr marL="1139518" indent="-1139518" algn="l" defTabSz="3038715" rtl="0" eaLnBrk="1" latinLnBrk="0" hangingPunct="1">
        <a:spcBef>
          <a:spcPct val="20000"/>
        </a:spcBef>
        <a:buFont typeface="Arial" pitchFamily="34" charset="0"/>
        <a:buChar char="•"/>
        <a:defRPr sz="10600" kern="1200">
          <a:solidFill>
            <a:schemeClr val="tx1"/>
          </a:solidFill>
          <a:latin typeface="+mn-lt"/>
          <a:ea typeface="+mn-ea"/>
          <a:cs typeface="+mn-cs"/>
        </a:defRPr>
      </a:lvl1pPr>
      <a:lvl2pPr marL="2468955" indent="-949598" algn="l" defTabSz="3038715" rtl="0" eaLnBrk="1" latinLnBrk="0" hangingPunct="1">
        <a:spcBef>
          <a:spcPct val="20000"/>
        </a:spcBef>
        <a:buFont typeface="Arial" pitchFamily="34" charset="0"/>
        <a:buChar char="–"/>
        <a:defRPr sz="9400" kern="1200">
          <a:solidFill>
            <a:schemeClr val="tx1"/>
          </a:solidFill>
          <a:latin typeface="+mn-lt"/>
          <a:ea typeface="+mn-ea"/>
          <a:cs typeface="+mn-cs"/>
        </a:defRPr>
      </a:lvl2pPr>
      <a:lvl3pPr marL="3798394" indent="-759679" algn="l" defTabSz="3038715" rtl="0" eaLnBrk="1" latinLnBrk="0" hangingPunct="1">
        <a:spcBef>
          <a:spcPct val="20000"/>
        </a:spcBef>
        <a:buFont typeface="Arial" pitchFamily="34" charset="0"/>
        <a:buChar char="•"/>
        <a:defRPr sz="8000" kern="1200">
          <a:solidFill>
            <a:schemeClr val="tx1"/>
          </a:solidFill>
          <a:latin typeface="+mn-lt"/>
          <a:ea typeface="+mn-ea"/>
          <a:cs typeface="+mn-cs"/>
        </a:defRPr>
      </a:lvl3pPr>
      <a:lvl4pPr marL="5317751"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4pPr>
      <a:lvl5pPr marL="6837107"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5pPr>
      <a:lvl6pPr marL="8356465"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6pPr>
      <a:lvl7pPr marL="9875821"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7pPr>
      <a:lvl8pPr marL="11395179"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8pPr>
      <a:lvl9pPr marL="12914537"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9pPr>
    </p:bodyStyle>
    <p:otherStyle>
      <a:defPPr>
        <a:defRPr lang="en-US"/>
      </a:defPPr>
      <a:lvl1pPr marL="0" algn="l" defTabSz="3038715" rtl="0" eaLnBrk="1" latinLnBrk="0" hangingPunct="1">
        <a:defRPr sz="6000" kern="1200">
          <a:solidFill>
            <a:schemeClr val="tx1"/>
          </a:solidFill>
          <a:latin typeface="+mn-lt"/>
          <a:ea typeface="+mn-ea"/>
          <a:cs typeface="+mn-cs"/>
        </a:defRPr>
      </a:lvl1pPr>
      <a:lvl2pPr marL="1519358" algn="l" defTabSz="3038715" rtl="0" eaLnBrk="1" latinLnBrk="0" hangingPunct="1">
        <a:defRPr sz="6000" kern="1200">
          <a:solidFill>
            <a:schemeClr val="tx1"/>
          </a:solidFill>
          <a:latin typeface="+mn-lt"/>
          <a:ea typeface="+mn-ea"/>
          <a:cs typeface="+mn-cs"/>
        </a:defRPr>
      </a:lvl2pPr>
      <a:lvl3pPr marL="3038715" algn="l" defTabSz="3038715" rtl="0" eaLnBrk="1" latinLnBrk="0" hangingPunct="1">
        <a:defRPr sz="6000" kern="1200">
          <a:solidFill>
            <a:schemeClr val="tx1"/>
          </a:solidFill>
          <a:latin typeface="+mn-lt"/>
          <a:ea typeface="+mn-ea"/>
          <a:cs typeface="+mn-cs"/>
        </a:defRPr>
      </a:lvl3pPr>
      <a:lvl4pPr marL="4558071" algn="l" defTabSz="3038715" rtl="0" eaLnBrk="1" latinLnBrk="0" hangingPunct="1">
        <a:defRPr sz="6000" kern="1200">
          <a:solidFill>
            <a:schemeClr val="tx1"/>
          </a:solidFill>
          <a:latin typeface="+mn-lt"/>
          <a:ea typeface="+mn-ea"/>
          <a:cs typeface="+mn-cs"/>
        </a:defRPr>
      </a:lvl4pPr>
      <a:lvl5pPr marL="6077429" algn="l" defTabSz="3038715" rtl="0" eaLnBrk="1" latinLnBrk="0" hangingPunct="1">
        <a:defRPr sz="6000" kern="1200">
          <a:solidFill>
            <a:schemeClr val="tx1"/>
          </a:solidFill>
          <a:latin typeface="+mn-lt"/>
          <a:ea typeface="+mn-ea"/>
          <a:cs typeface="+mn-cs"/>
        </a:defRPr>
      </a:lvl5pPr>
      <a:lvl6pPr marL="7596786" algn="l" defTabSz="3038715" rtl="0" eaLnBrk="1" latinLnBrk="0" hangingPunct="1">
        <a:defRPr sz="6000" kern="1200">
          <a:solidFill>
            <a:schemeClr val="tx1"/>
          </a:solidFill>
          <a:latin typeface="+mn-lt"/>
          <a:ea typeface="+mn-ea"/>
          <a:cs typeface="+mn-cs"/>
        </a:defRPr>
      </a:lvl6pPr>
      <a:lvl7pPr marL="9116145" algn="l" defTabSz="3038715" rtl="0" eaLnBrk="1" latinLnBrk="0" hangingPunct="1">
        <a:defRPr sz="6000" kern="1200">
          <a:solidFill>
            <a:schemeClr val="tx1"/>
          </a:solidFill>
          <a:latin typeface="+mn-lt"/>
          <a:ea typeface="+mn-ea"/>
          <a:cs typeface="+mn-cs"/>
        </a:defRPr>
      </a:lvl7pPr>
      <a:lvl8pPr marL="10635501" algn="l" defTabSz="3038715" rtl="0" eaLnBrk="1" latinLnBrk="0" hangingPunct="1">
        <a:defRPr sz="6000" kern="1200">
          <a:solidFill>
            <a:schemeClr val="tx1"/>
          </a:solidFill>
          <a:latin typeface="+mn-lt"/>
          <a:ea typeface="+mn-ea"/>
          <a:cs typeface="+mn-cs"/>
        </a:defRPr>
      </a:lvl8pPr>
      <a:lvl9pPr marL="12154859" algn="l" defTabSz="3038715" rtl="0" eaLnBrk="1" latinLnBrk="0" hangingPunct="1">
        <a:defRPr sz="60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37" name="Table 36">
            <a:extLst>
              <a:ext uri="{FF2B5EF4-FFF2-40B4-BE49-F238E27FC236}">
                <a16:creationId xmlns:a16="http://schemas.microsoft.com/office/drawing/2014/main" id="{5F19486D-C737-8946-B249-CE09CCD2BBE4}"/>
              </a:ext>
            </a:extLst>
          </p:cNvPr>
          <p:cNvGraphicFramePr>
            <a:graphicFrameLocks noGrp="1"/>
          </p:cNvGraphicFramePr>
          <p:nvPr userDrawn="1">
            <p:extLst>
              <p:ext uri="{D42A27DB-BD31-4B8C-83A1-F6EECF244321}">
                <p14:modId xmlns:p14="http://schemas.microsoft.com/office/powerpoint/2010/main" val="2060074139"/>
              </p:ext>
            </p:extLst>
          </p:nvPr>
        </p:nvGraphicFramePr>
        <p:xfrm>
          <a:off x="-8726467" y="34253"/>
          <a:ext cx="8117859" cy="30210616"/>
        </p:xfrm>
        <a:graphic>
          <a:graphicData uri="http://schemas.openxmlformats.org/drawingml/2006/table">
            <a:tbl>
              <a:tblPr firstRow="1" bandRow="1">
                <a:tableStyleId>{5C22544A-7EE6-4342-B048-85BDC9FD1C3A}</a:tableStyleId>
              </a:tblPr>
              <a:tblGrid>
                <a:gridCol w="3480873">
                  <a:extLst>
                    <a:ext uri="{9D8B030D-6E8A-4147-A177-3AD203B41FA5}">
                      <a16:colId xmlns:a16="http://schemas.microsoft.com/office/drawing/2014/main" val="20000"/>
                    </a:ext>
                  </a:extLst>
                </a:gridCol>
                <a:gridCol w="4636986">
                  <a:extLst>
                    <a:ext uri="{9D8B030D-6E8A-4147-A177-3AD203B41FA5}">
                      <a16:colId xmlns:a16="http://schemas.microsoft.com/office/drawing/2014/main" val="20001"/>
                    </a:ext>
                  </a:extLst>
                </a:gridCol>
              </a:tblGrid>
              <a:tr h="1170739">
                <a:tc gridSpan="2">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3200" b="0" spc="600" dirty="0">
                          <a:solidFill>
                            <a:srgbClr val="1F3A4E"/>
                          </a:solidFill>
                          <a:latin typeface="Arial Black" panose="020B0A04020102020204" pitchFamily="34" charset="0"/>
                        </a:rPr>
                        <a:t>QUICK START GUIDE</a:t>
                      </a:r>
                      <a:br>
                        <a:rPr lang="en-US" sz="3200" b="0" spc="600" dirty="0">
                          <a:solidFill>
                            <a:srgbClr val="1F3A4E"/>
                          </a:solidFill>
                          <a:latin typeface="Arial Black" panose="020B0A04020102020204" pitchFamily="34" charset="0"/>
                        </a:rPr>
                      </a:br>
                      <a:r>
                        <a:rPr lang="en-US" sz="2400" b="1" spc="0" dirty="0">
                          <a:solidFill>
                            <a:srgbClr val="FF0000"/>
                          </a:solidFill>
                          <a:latin typeface="Trebuchet MS" pitchFamily="34" charset="0"/>
                        </a:rPr>
                        <a:t>(THIS SIDEBAR WILL NOT PRINT)</a:t>
                      </a:r>
                      <a:endParaRPr lang="en-US" sz="3200" b="1" spc="600" dirty="0">
                        <a:solidFill>
                          <a:schemeClr val="bg1"/>
                        </a:solidFill>
                        <a:latin typeface="Trebuchet MS" pitchFamily="34" charset="0"/>
                      </a:endParaRPr>
                    </a:p>
                  </a:txBody>
                  <a:tcPr marL="182880" marT="137160">
                    <a:solidFill>
                      <a:srgbClr val="FFC000"/>
                    </a:solidFill>
                  </a:tcPr>
                </a:tc>
                <a:tc hMerge="1">
                  <a:txBody>
                    <a:bodyPr/>
                    <a:lstStyle/>
                    <a:p>
                      <a:endParaRPr lang="en-US" dirty="0"/>
                    </a:p>
                  </a:txBody>
                  <a:tcPr/>
                </a:tc>
                <a:extLst>
                  <a:ext uri="{0D108BD9-81ED-4DB2-BD59-A6C34878D82A}">
                    <a16:rowId xmlns:a16="http://schemas.microsoft.com/office/drawing/2014/main" val="10000"/>
                  </a:ext>
                </a:extLst>
              </a:tr>
              <a:tr h="3598933">
                <a:tc gridSpan="2">
                  <a:txBody>
                    <a:bodyPr/>
                    <a:lstStyle/>
                    <a:p>
                      <a:pPr defTabSz="3765639"/>
                      <a:r>
                        <a:rPr lang="en-US" sz="1800" i="0" dirty="0">
                          <a:solidFill>
                            <a:srgbClr val="D9D9D9"/>
                          </a:solidFill>
                          <a:latin typeface="Arial"/>
                          <a:cs typeface="Arial"/>
                        </a:rPr>
                        <a:t>This PowerPoint template produces a </a:t>
                      </a:r>
                      <a:r>
                        <a:rPr lang="en-US" sz="1800" i="0" dirty="0">
                          <a:solidFill>
                            <a:srgbClr val="FFC000"/>
                          </a:solidFill>
                          <a:latin typeface="Arial"/>
                          <a:cs typeface="Arial"/>
                        </a:rPr>
                        <a:t>A1 </a:t>
                      </a:r>
                      <a:r>
                        <a:rPr lang="en-US" sz="1800" i="0" dirty="0">
                          <a:solidFill>
                            <a:srgbClr val="D9D9D9"/>
                          </a:solidFill>
                          <a:latin typeface="Arial"/>
                          <a:cs typeface="Arial"/>
                        </a:rPr>
                        <a:t>presentation poster. You can use it to create your research poster by placing your title, subtitle, text, tables, charts and photos. </a:t>
                      </a:r>
                    </a:p>
                    <a:p>
                      <a:pPr defTabSz="3765639"/>
                      <a:endParaRPr lang="en-US" sz="1800" i="0" dirty="0">
                        <a:solidFill>
                          <a:srgbClr val="D9D9D9"/>
                        </a:solidFill>
                        <a:latin typeface="Arial"/>
                        <a:cs typeface="Arial"/>
                      </a:endParaRPr>
                    </a:p>
                    <a:p>
                      <a:pPr defTabSz="3765639"/>
                      <a:r>
                        <a:rPr lang="en-US" sz="1800" i="0" dirty="0">
                          <a:solidFill>
                            <a:srgbClr val="D9D9D9"/>
                          </a:solidFill>
                          <a:latin typeface="Arial"/>
                          <a:cs typeface="Arial"/>
                        </a:rPr>
                        <a:t>We provide a series of online tutorials that will guide you through the poster design process and answer your poster production questions. For complete template tutorials, go online to </a:t>
                      </a:r>
                      <a:r>
                        <a:rPr lang="en-US" sz="1800" i="0" dirty="0" err="1">
                          <a:solidFill>
                            <a:srgbClr val="FFC000"/>
                          </a:solidFill>
                          <a:latin typeface="Arial"/>
                          <a:cs typeface="Arial"/>
                        </a:rPr>
                        <a:t>PosterPresentations.com</a:t>
                      </a:r>
                      <a:r>
                        <a:rPr lang="en-US" sz="1800" i="0" dirty="0">
                          <a:solidFill>
                            <a:srgbClr val="D9D9D9"/>
                          </a:solidFill>
                          <a:latin typeface="Arial"/>
                          <a:cs typeface="Arial"/>
                        </a:rPr>
                        <a:t> and click on the  </a:t>
                      </a:r>
                      <a:r>
                        <a:rPr lang="en-US" sz="1800" i="0" dirty="0">
                          <a:solidFill>
                            <a:srgbClr val="FFC000"/>
                          </a:solidFill>
                          <a:latin typeface="Arial"/>
                          <a:cs typeface="Arial"/>
                        </a:rPr>
                        <a:t>HELP DESK</a:t>
                      </a:r>
                      <a:r>
                        <a:rPr lang="en-US" sz="1800" i="0" baseline="0" dirty="0">
                          <a:solidFill>
                            <a:srgbClr val="D9D9D9"/>
                          </a:solidFill>
                          <a:latin typeface="Arial"/>
                          <a:cs typeface="Arial"/>
                        </a:rPr>
                        <a:t> </a:t>
                      </a:r>
                      <a:r>
                        <a:rPr lang="en-US" sz="1800" i="0" dirty="0">
                          <a:solidFill>
                            <a:srgbClr val="D9D9D9"/>
                          </a:solidFill>
                          <a:latin typeface="Arial"/>
                          <a:cs typeface="Arial"/>
                        </a:rPr>
                        <a:t>tab.</a:t>
                      </a:r>
                    </a:p>
                    <a:p>
                      <a:pPr defTabSz="3765639"/>
                      <a:endParaRPr lang="en-US" sz="1800" i="0" dirty="0">
                        <a:solidFill>
                          <a:srgbClr val="D9D9D9"/>
                        </a:solidFill>
                        <a:latin typeface="Arial"/>
                        <a:cs typeface="Arial"/>
                      </a:endParaRPr>
                    </a:p>
                    <a:p>
                      <a:pPr defTabSz="3765639"/>
                      <a:r>
                        <a:rPr lang="en-US" sz="1800" i="0" dirty="0">
                          <a:solidFill>
                            <a:srgbClr val="D9D9D9"/>
                          </a:solidFill>
                          <a:latin typeface="Arial"/>
                          <a:cs typeface="Arial"/>
                        </a:rPr>
                        <a:t>To print your poster using our same-day professional printing service, go online to </a:t>
                      </a:r>
                      <a:r>
                        <a:rPr lang="en-US" sz="1800" i="0" dirty="0" err="1">
                          <a:solidFill>
                            <a:srgbClr val="FFC000"/>
                          </a:solidFill>
                          <a:latin typeface="Arial"/>
                          <a:cs typeface="Arial"/>
                        </a:rPr>
                        <a:t>PosterPresentations.com</a:t>
                      </a:r>
                      <a:r>
                        <a:rPr lang="en-US" sz="1800" i="0" dirty="0">
                          <a:solidFill>
                            <a:srgbClr val="D9D9D9"/>
                          </a:solidFill>
                          <a:latin typeface="Arial"/>
                          <a:cs typeface="Arial"/>
                        </a:rPr>
                        <a:t> and click on "</a:t>
                      </a:r>
                      <a:r>
                        <a:rPr lang="en-US" sz="1800" i="0" dirty="0">
                          <a:solidFill>
                            <a:srgbClr val="FFC000"/>
                          </a:solidFill>
                          <a:latin typeface="Arial"/>
                          <a:cs typeface="Arial"/>
                        </a:rPr>
                        <a:t>Order your poster</a:t>
                      </a:r>
                      <a:r>
                        <a:rPr lang="en-US" sz="1800" i="0" dirty="0">
                          <a:solidFill>
                            <a:srgbClr val="D9D9D9"/>
                          </a:solidFill>
                          <a:latin typeface="Arial"/>
                          <a:cs typeface="Arial"/>
                        </a:rPr>
                        <a:t>".</a:t>
                      </a:r>
                      <a:endParaRPr lang="en-US" sz="1800" b="1" dirty="0">
                        <a:solidFill>
                          <a:srgbClr val="D9D9D9"/>
                        </a:solidFill>
                        <a:latin typeface="Arial"/>
                        <a:cs typeface="Arial"/>
                      </a:endParaRPr>
                    </a:p>
                  </a:txBody>
                  <a:tcPr marL="182880" marT="137160">
                    <a:solidFill>
                      <a:srgbClr val="010101"/>
                    </a:solidFill>
                  </a:tcPr>
                </a:tc>
                <a:tc hMerge="1">
                  <a:txBody>
                    <a:bodyPr/>
                    <a:lstStyle/>
                    <a:p>
                      <a:pPr marL="0" indent="0" algn="l" defTabSz="114300"/>
                      <a:endParaRPr lang="en-US" sz="2400" b="0" baseline="0" dirty="0">
                        <a:solidFill>
                          <a:srgbClr val="FFC000"/>
                        </a:solidFill>
                        <a:latin typeface="Arial" panose="020B0604020202020204" pitchFamily="34" charset="0"/>
                        <a:cs typeface="Arial" panose="020B0604020202020204" pitchFamily="34" charset="0"/>
                      </a:endParaRPr>
                    </a:p>
                  </a:txBody>
                  <a:tcPr>
                    <a:solidFill>
                      <a:schemeClr val="tx1">
                        <a:lumMod val="95000"/>
                        <a:lumOff val="5000"/>
                      </a:schemeClr>
                    </a:solidFill>
                  </a:tcPr>
                </a:tc>
                <a:extLst>
                  <a:ext uri="{0D108BD9-81ED-4DB2-BD59-A6C34878D82A}">
                    <a16:rowId xmlns:a16="http://schemas.microsoft.com/office/drawing/2014/main" val="677555919"/>
                  </a:ext>
                </a:extLst>
              </a:tr>
              <a:tr h="4292704">
                <a:tc>
                  <a:txBody>
                    <a:bodyPr/>
                    <a:lstStyle/>
                    <a:p>
                      <a:pPr algn="ctr"/>
                      <a:endParaRPr lang="en-US" sz="1800" dirty="0">
                        <a:solidFill>
                          <a:srgbClr val="1F3A4E"/>
                        </a:solidFill>
                      </a:endParaRPr>
                    </a:p>
                    <a:p>
                      <a:pPr algn="ctr"/>
                      <a:endParaRPr lang="en-US" sz="1800" dirty="0">
                        <a:solidFill>
                          <a:srgbClr val="1F3A4E"/>
                        </a:solidFill>
                      </a:endParaRPr>
                    </a:p>
                    <a:p>
                      <a:pPr algn="ctr"/>
                      <a:r>
                        <a:rPr lang="en-US" sz="1800" dirty="0">
                          <a:solidFill>
                            <a:schemeClr val="bg1"/>
                          </a:solidFill>
                          <a:latin typeface="Arial" panose="020B0604020202020204" pitchFamily="34" charset="0"/>
                          <a:cs typeface="Arial" panose="020B0604020202020204" pitchFamily="34" charset="0"/>
                        </a:rPr>
                        <a:t>This is a poster template for a </a:t>
                      </a:r>
                      <a:br>
                        <a:rPr lang="en-US" sz="1800" dirty="0">
                          <a:solidFill>
                            <a:schemeClr val="bg1"/>
                          </a:solidFill>
                          <a:latin typeface="Arial" panose="020B0604020202020204" pitchFamily="34" charset="0"/>
                          <a:cs typeface="Arial" panose="020B0604020202020204" pitchFamily="34" charset="0"/>
                        </a:rPr>
                      </a:br>
                      <a:r>
                        <a:rPr lang="en-US" sz="3200" b="1" dirty="0">
                          <a:solidFill>
                            <a:srgbClr val="FFC000"/>
                          </a:solidFill>
                          <a:latin typeface="Arial" panose="020B0604020202020204" pitchFamily="34" charset="0"/>
                          <a:cs typeface="Arial" panose="020B0604020202020204" pitchFamily="34" charset="0"/>
                        </a:rPr>
                        <a:t>A1</a:t>
                      </a:r>
                    </a:p>
                    <a:p>
                      <a:pPr marL="0" marR="0" indent="0" algn="ctr" defTabSz="3802180" rtl="0" eaLnBrk="1" fontAlgn="auto" latinLnBrk="0" hangingPunct="1">
                        <a:lnSpc>
                          <a:spcPct val="100000"/>
                        </a:lnSpc>
                        <a:spcBef>
                          <a:spcPts val="0"/>
                        </a:spcBef>
                        <a:spcAft>
                          <a:spcPts val="0"/>
                        </a:spcAft>
                        <a:buClrTx/>
                        <a:buSzTx/>
                        <a:buFontTx/>
                        <a:buNone/>
                        <a:tabLst/>
                        <a:defRPr/>
                      </a:pPr>
                      <a:r>
                        <a:rPr lang="en-US" sz="1800" dirty="0">
                          <a:solidFill>
                            <a:srgbClr val="FFC000"/>
                          </a:solidFill>
                          <a:latin typeface="Arial" panose="020B0604020202020204" pitchFamily="34" charset="0"/>
                          <a:cs typeface="Arial" panose="020B0604020202020204" pitchFamily="34" charset="0"/>
                        </a:rPr>
                        <a:t>594mm x 841mm</a:t>
                      </a:r>
                    </a:p>
                    <a:p>
                      <a:pPr marL="0" marR="0" indent="0" algn="ctr" defTabSz="3802180" rtl="0" eaLnBrk="1" fontAlgn="auto" latinLnBrk="0" hangingPunct="1">
                        <a:lnSpc>
                          <a:spcPct val="100000"/>
                        </a:lnSpc>
                        <a:spcBef>
                          <a:spcPts val="0"/>
                        </a:spcBef>
                        <a:spcAft>
                          <a:spcPts val="0"/>
                        </a:spcAft>
                        <a:buClrTx/>
                        <a:buSzTx/>
                        <a:buFontTx/>
                        <a:buNone/>
                        <a:tabLst/>
                        <a:defRPr/>
                      </a:pPr>
                      <a:r>
                        <a:rPr lang="en-US" sz="1800" dirty="0">
                          <a:solidFill>
                            <a:srgbClr val="FFC000"/>
                          </a:solidFill>
                          <a:latin typeface="Arial" panose="020B0604020202020204" pitchFamily="34" charset="0"/>
                          <a:cs typeface="Arial" panose="020B0604020202020204" pitchFamily="34" charset="0"/>
                        </a:rPr>
                        <a:t>23.39 inches x 33.11 inches</a:t>
                      </a:r>
                      <a:br>
                        <a:rPr lang="en-US" sz="1800" dirty="0">
                          <a:solidFill>
                            <a:schemeClr val="bg1"/>
                          </a:solidFill>
                          <a:latin typeface="Arial" panose="020B0604020202020204" pitchFamily="34" charset="0"/>
                          <a:cs typeface="Arial" panose="020B0604020202020204" pitchFamily="34" charset="0"/>
                        </a:rPr>
                      </a:br>
                      <a:r>
                        <a:rPr lang="en-US" sz="1800" dirty="0">
                          <a:solidFill>
                            <a:schemeClr val="bg1"/>
                          </a:solidFill>
                          <a:latin typeface="Arial" panose="020B0604020202020204" pitchFamily="34" charset="0"/>
                          <a:cs typeface="Arial" panose="020B0604020202020204" pitchFamily="34" charset="0"/>
                        </a:rPr>
                        <a:t>research presentation poster</a:t>
                      </a:r>
                    </a:p>
                    <a:p>
                      <a:endParaRPr lang="en-US" sz="1800" dirty="0">
                        <a:solidFill>
                          <a:srgbClr val="1F3A4E"/>
                        </a:solidFill>
                      </a:endParaRPr>
                    </a:p>
                  </a:txBody>
                  <a:tcPr>
                    <a:solidFill>
                      <a:srgbClr val="010101"/>
                    </a:solidFill>
                  </a:tcPr>
                </a:tc>
                <a:tc>
                  <a:txBody>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2000" b="1" baseline="0" dirty="0">
                          <a:solidFill>
                            <a:srgbClr val="FFC000"/>
                          </a:solidFill>
                          <a:latin typeface="Arial" panose="020B0604020202020204" pitchFamily="34" charset="0"/>
                          <a:cs typeface="Arial" panose="020B0604020202020204" pitchFamily="34" charset="0"/>
                        </a:rPr>
                        <a:t>Important: Check the template size</a:t>
                      </a:r>
                      <a:br>
                        <a:rPr lang="en-US" sz="1800" b="0" baseline="0" dirty="0">
                          <a:solidFill>
                            <a:srgbClr val="FFC000"/>
                          </a:solidFill>
                          <a:latin typeface="Arial" panose="020B0604020202020204" pitchFamily="34" charset="0"/>
                          <a:cs typeface="Arial" panose="020B0604020202020204" pitchFamily="34" charset="0"/>
                        </a:rPr>
                      </a:br>
                      <a:r>
                        <a:rPr lang="en-US" sz="1800" b="0" baseline="0" dirty="0">
                          <a:solidFill>
                            <a:srgbClr val="D9D9D9"/>
                          </a:solidFill>
                          <a:latin typeface="Arial" panose="020B0604020202020204" pitchFamily="34" charset="0"/>
                          <a:cs typeface="Arial" panose="020B0604020202020204" pitchFamily="34" charset="0"/>
                        </a:rPr>
                        <a:t>Before you start working on your poster and to avoid printing problems check that you have downloaded and that you are using the correct size template for your poster presentation.</a:t>
                      </a:r>
                      <a:br>
                        <a:rPr lang="en-US" sz="1800" b="0" baseline="0" dirty="0">
                          <a:solidFill>
                            <a:srgbClr val="D9D9D9"/>
                          </a:solidFill>
                          <a:latin typeface="Arial" panose="020B0604020202020204" pitchFamily="34" charset="0"/>
                          <a:cs typeface="Arial" panose="020B0604020202020204" pitchFamily="34" charset="0"/>
                        </a:rPr>
                      </a:br>
                      <a:endParaRPr lang="en-US" sz="1800" b="0" baseline="0" dirty="0">
                        <a:solidFill>
                          <a:srgbClr val="FFC000"/>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8"/>
                  </a:ext>
                </a:extLst>
              </a:tr>
              <a:tr h="3340698">
                <a:tc>
                  <a:txBody>
                    <a:bodyPr/>
                    <a:lstStyle/>
                    <a:p>
                      <a:endParaRPr lang="en-US" sz="1800" dirty="0">
                        <a:solidFill>
                          <a:srgbClr val="1F3A4E"/>
                        </a:solidFill>
                      </a:endParaRPr>
                    </a:p>
                  </a:txBody>
                  <a:tcPr>
                    <a:blipFill rotWithShape="1">
                      <a:blip r:embed="rId3"/>
                      <a:stretch>
                        <a:fillRect/>
                      </a:stretch>
                    </a:blipFill>
                  </a:tcPr>
                </a:tc>
                <a:tc>
                  <a:txBody>
                    <a:bodyPr/>
                    <a:lstStyle/>
                    <a:p>
                      <a:pPr algn="l"/>
                      <a:r>
                        <a:rPr lang="en-US" sz="2000" b="1" baseline="0" dirty="0">
                          <a:solidFill>
                            <a:srgbClr val="FFC000"/>
                          </a:solidFill>
                          <a:latin typeface="Arial" panose="020B0604020202020204" pitchFamily="34" charset="0"/>
                          <a:cs typeface="Arial" panose="020B0604020202020204" pitchFamily="34" charset="0"/>
                        </a:rPr>
                        <a:t>How to </a:t>
                      </a:r>
                      <a:r>
                        <a:rPr lang="en-US" sz="3600" b="1" baseline="0" dirty="0">
                          <a:solidFill>
                            <a:srgbClr val="FFC000"/>
                          </a:solidFill>
                          <a:latin typeface="Arial" panose="020B0604020202020204" pitchFamily="34" charset="0"/>
                          <a:cs typeface="Arial" panose="020B0604020202020204" pitchFamily="34" charset="0"/>
                        </a:rPr>
                        <a:t>Zoom in </a:t>
                      </a:r>
                      <a:r>
                        <a:rPr lang="en-US" sz="2000" b="1" baseline="0" dirty="0">
                          <a:solidFill>
                            <a:srgbClr val="FFC000"/>
                          </a:solidFill>
                          <a:latin typeface="Arial" panose="020B0604020202020204" pitchFamily="34" charset="0"/>
                          <a:cs typeface="Arial" panose="020B0604020202020204" pitchFamily="34" charset="0"/>
                        </a:rPr>
                        <a:t>and </a:t>
                      </a:r>
                      <a:r>
                        <a:rPr lang="en-US" sz="1600" b="1" baseline="0" dirty="0">
                          <a:solidFill>
                            <a:srgbClr val="FFC000"/>
                          </a:solidFill>
                          <a:latin typeface="Arial" panose="020B0604020202020204" pitchFamily="34" charset="0"/>
                          <a:cs typeface="Arial" panose="020B0604020202020204" pitchFamily="34" charset="0"/>
                        </a:rPr>
                        <a:t>out</a:t>
                      </a:r>
                      <a:endParaRPr lang="en-US" sz="2000" b="1" baseline="0" dirty="0">
                        <a:solidFill>
                          <a:srgbClr val="FFC000"/>
                        </a:solidFill>
                        <a:latin typeface="Arial" panose="020B0604020202020204" pitchFamily="34" charset="0"/>
                        <a:cs typeface="Arial" panose="020B0604020202020204" pitchFamily="34" charset="0"/>
                      </a:endParaRPr>
                    </a:p>
                    <a:p>
                      <a:pPr algn="l"/>
                      <a:r>
                        <a:rPr lang="en-US" sz="1800" b="0" baseline="0" dirty="0">
                          <a:solidFill>
                            <a:srgbClr val="D9D9D9"/>
                          </a:solidFill>
                          <a:latin typeface="Arial" panose="020B0604020202020204" pitchFamily="34" charset="0"/>
                          <a:cs typeface="Arial" panose="020B0604020202020204" pitchFamily="34" charset="0"/>
                        </a:rPr>
                        <a:t>Use the PowerPoint zoom tool to adjust the screen magnification to view comfortably. PowerPoint provides 2 ways to zoom: </a:t>
                      </a:r>
                      <a:br>
                        <a:rPr lang="en-US" sz="1800" b="0" baseline="0" dirty="0">
                          <a:solidFill>
                            <a:srgbClr val="D9D9D9"/>
                          </a:solidFill>
                          <a:latin typeface="Arial" panose="020B0604020202020204" pitchFamily="34" charset="0"/>
                          <a:cs typeface="Arial" panose="020B0604020202020204" pitchFamily="34" charset="0"/>
                        </a:rPr>
                      </a:br>
                      <a:r>
                        <a:rPr lang="en-US" sz="1800" b="0" baseline="0" dirty="0">
                          <a:solidFill>
                            <a:srgbClr val="FFC000"/>
                          </a:solidFill>
                          <a:latin typeface="Arial" panose="020B0604020202020204" pitchFamily="34" charset="0"/>
                          <a:cs typeface="Arial" panose="020B0604020202020204" pitchFamily="34" charset="0"/>
                        </a:rPr>
                        <a:t>1. </a:t>
                      </a:r>
                      <a:r>
                        <a:rPr lang="en-US" sz="1800" b="0" baseline="0" dirty="0">
                          <a:solidFill>
                            <a:srgbClr val="D9D9D9"/>
                          </a:solidFill>
                          <a:latin typeface="Arial" panose="020B0604020202020204" pitchFamily="34" charset="0"/>
                          <a:cs typeface="Arial" panose="020B0604020202020204" pitchFamily="34" charset="0"/>
                        </a:rPr>
                        <a:t>On the top menu bar click on the VIEW tab and then click on ZOOM. Choose the zoom percentage that works best for you. </a:t>
                      </a:r>
                      <a:br>
                        <a:rPr lang="en-US" sz="1800" b="0" baseline="0" dirty="0">
                          <a:solidFill>
                            <a:srgbClr val="D9D9D9"/>
                          </a:solidFill>
                          <a:latin typeface="Arial" panose="020B0604020202020204" pitchFamily="34" charset="0"/>
                          <a:cs typeface="Arial" panose="020B0604020202020204" pitchFamily="34" charset="0"/>
                        </a:rPr>
                      </a:br>
                      <a:r>
                        <a:rPr lang="en-US" sz="1800" b="0" baseline="0" dirty="0">
                          <a:solidFill>
                            <a:srgbClr val="FFC000"/>
                          </a:solidFill>
                          <a:latin typeface="Arial" panose="020B0604020202020204" pitchFamily="34" charset="0"/>
                          <a:cs typeface="Arial" panose="020B0604020202020204" pitchFamily="34" charset="0"/>
                        </a:rPr>
                        <a:t>2. </a:t>
                      </a:r>
                      <a:r>
                        <a:rPr lang="en-US" sz="1800" b="0" baseline="0" dirty="0">
                          <a:solidFill>
                            <a:srgbClr val="D9D9D9"/>
                          </a:solidFill>
                          <a:latin typeface="Arial" panose="020B0604020202020204" pitchFamily="34" charset="0"/>
                          <a:cs typeface="Arial" panose="020B0604020202020204" pitchFamily="34" charset="0"/>
                        </a:rPr>
                        <a:t>For better zoom flexibility, use the zoom slider at the bottom right of the window.</a:t>
                      </a:r>
                    </a:p>
                  </a:txBody>
                  <a:tcPr marL="182880" marT="137160">
                    <a:solidFill>
                      <a:srgbClr val="010101"/>
                    </a:solidFill>
                  </a:tcPr>
                </a:tc>
                <a:extLst>
                  <a:ext uri="{0D108BD9-81ED-4DB2-BD59-A6C34878D82A}">
                    <a16:rowId xmlns:a16="http://schemas.microsoft.com/office/drawing/2014/main" val="10001"/>
                  </a:ext>
                </a:extLst>
              </a:tr>
              <a:tr h="1994589">
                <a:tc gridSpan="2">
                  <a:txBody>
                    <a:bodyPr/>
                    <a:lstStyle/>
                    <a:p>
                      <a:pPr marL="0" marR="0" lvl="0" indent="0" algn="l" defTabSz="4388900" rtl="0" eaLnBrk="1" fontAlgn="auto" latinLnBrk="0" hangingPunct="1">
                        <a:lnSpc>
                          <a:spcPct val="100000"/>
                        </a:lnSpc>
                        <a:spcBef>
                          <a:spcPts val="0"/>
                        </a:spcBef>
                        <a:spcAft>
                          <a:spcPts val="0"/>
                        </a:spcAft>
                        <a:buClrTx/>
                        <a:buSzTx/>
                        <a:buFontTx/>
                        <a:buNone/>
                        <a:tabLst/>
                        <a:defRPr/>
                      </a:pPr>
                      <a:r>
                        <a:rPr lang="en-US" sz="2000" b="1" baseline="0" dirty="0">
                          <a:solidFill>
                            <a:srgbClr val="FFC000"/>
                          </a:solidFill>
                          <a:latin typeface="Arial" panose="020B0604020202020204" pitchFamily="34" charset="0"/>
                          <a:cs typeface="Arial" panose="020B0604020202020204" pitchFamily="34" charset="0"/>
                        </a:rPr>
                        <a:t>Ruler and Guides</a:t>
                      </a:r>
                      <a:br>
                        <a:rPr lang="en-US" sz="1800" b="0" baseline="0" dirty="0">
                          <a:solidFill>
                            <a:srgbClr val="FFC000"/>
                          </a:solidFill>
                          <a:latin typeface="Arial" panose="020B0604020202020204" pitchFamily="34" charset="0"/>
                          <a:cs typeface="Arial" panose="020B0604020202020204" pitchFamily="34" charset="0"/>
                        </a:rPr>
                      </a:br>
                      <a:r>
                        <a:rPr lang="en-US" sz="1800" b="0" baseline="0" dirty="0">
                          <a:solidFill>
                            <a:srgbClr val="D9D9D9"/>
                          </a:solidFill>
                          <a:latin typeface="Arial" panose="020B0604020202020204" pitchFamily="34" charset="0"/>
                          <a:cs typeface="Arial" panose="020B0604020202020204" pitchFamily="34" charset="0"/>
                        </a:rPr>
                        <a:t>The dotted lines on his poster template are guides.  The horizontal and vertical guides will help you align your poster elements accurately. Text boxes and other elements will ”snap” to the guides and stay within the boundaries of the columns. To hide the guides go to VIEW and uncheck the Guides box.</a:t>
                      </a:r>
                    </a:p>
                  </a:txBody>
                  <a:tcPr>
                    <a:solidFill>
                      <a:srgbClr val="010101"/>
                    </a:solidFill>
                  </a:tcPr>
                </a:tc>
                <a:tc hMerge="1">
                  <a:txBody>
                    <a:bodyPr/>
                    <a:lstStyle/>
                    <a:p>
                      <a:endParaRPr lang="en-US" sz="2400" b="0" baseline="0" dirty="0">
                        <a:solidFill>
                          <a:schemeClr val="bg1"/>
                        </a:solidFill>
                        <a:latin typeface="Arial" panose="020B0604020202020204" pitchFamily="34" charset="0"/>
                        <a:cs typeface="Arial" panose="020B0604020202020204" pitchFamily="34" charset="0"/>
                      </a:endParaRPr>
                    </a:p>
                  </a:txBody>
                  <a:tcPr marL="182880" marT="137160">
                    <a:solidFill>
                      <a:schemeClr val="tx1">
                        <a:lumMod val="95000"/>
                        <a:lumOff val="5000"/>
                      </a:schemeClr>
                    </a:solidFill>
                  </a:tcPr>
                </a:tc>
                <a:extLst>
                  <a:ext uri="{0D108BD9-81ED-4DB2-BD59-A6C34878D82A}">
                    <a16:rowId xmlns:a16="http://schemas.microsoft.com/office/drawing/2014/main" val="10002"/>
                  </a:ext>
                </a:extLst>
              </a:tr>
              <a:tr h="3945819">
                <a:tc>
                  <a:txBody>
                    <a:bodyPr/>
                    <a:lstStyle/>
                    <a:p>
                      <a:endParaRPr lang="en-US" sz="1800" dirty="0">
                        <a:solidFill>
                          <a:srgbClr val="1F3A4E"/>
                        </a:solidFill>
                      </a:endParaRPr>
                    </a:p>
                  </a:txBody>
                  <a:tcPr>
                    <a:blipFill rotWithShape="1">
                      <a:blip r:embed="rId4"/>
                      <a:stretch>
                        <a:fillRect/>
                      </a:stretch>
                    </a:blipFill>
                  </a:tcPr>
                </a:tc>
                <a:tc>
                  <a:txBody>
                    <a:bodyPr/>
                    <a:lstStyle/>
                    <a:p>
                      <a:pPr marL="0" lvl="1" indent="0" algn="l" defTabSz="114300"/>
                      <a:r>
                        <a:rPr lang="en-US" sz="2000" b="1" baseline="0" dirty="0">
                          <a:solidFill>
                            <a:srgbClr val="FFC000"/>
                          </a:solidFill>
                          <a:latin typeface="Arial" panose="020B0604020202020204" pitchFamily="34" charset="0"/>
                          <a:cs typeface="Arial" panose="020B0604020202020204" pitchFamily="34" charset="0"/>
                        </a:rPr>
                        <a:t>Headers and text containers</a:t>
                      </a:r>
                      <a:br>
                        <a:rPr lang="en-US" sz="1800" b="0" baseline="0" dirty="0">
                          <a:solidFill>
                            <a:schemeClr val="bg1"/>
                          </a:solidFill>
                          <a:latin typeface="Arial" panose="020B0604020202020204" pitchFamily="34" charset="0"/>
                          <a:cs typeface="Arial" panose="020B0604020202020204" pitchFamily="34" charset="0"/>
                        </a:rPr>
                      </a:br>
                      <a:r>
                        <a:rPr lang="en-US" sz="1800" b="0" baseline="0" dirty="0">
                          <a:solidFill>
                            <a:srgbClr val="D9D9D9"/>
                          </a:solidFill>
                          <a:latin typeface="Arial" panose="020B0604020202020204" pitchFamily="34" charset="0"/>
                          <a:cs typeface="Arial" panose="020B0604020202020204" pitchFamily="34" charset="0"/>
                        </a:rPr>
                        <a:t>Included in this template are commonly used section headers such as Abstract, Objectives, Methods, Results, etc. </a:t>
                      </a:r>
                      <a:br>
                        <a:rPr lang="en-US" sz="1800" b="0" baseline="0" dirty="0">
                          <a:solidFill>
                            <a:schemeClr val="bg1"/>
                          </a:solidFill>
                          <a:latin typeface="Arial" panose="020B0604020202020204" pitchFamily="34" charset="0"/>
                          <a:cs typeface="Arial" panose="020B0604020202020204" pitchFamily="34" charset="0"/>
                        </a:rPr>
                      </a:br>
                      <a:r>
                        <a:rPr lang="en-US" sz="1800" b="0" baseline="0" dirty="0">
                          <a:solidFill>
                            <a:srgbClr val="FFC000"/>
                          </a:solidFill>
                          <a:latin typeface="Arial" panose="020B0604020202020204" pitchFamily="34" charset="0"/>
                          <a:cs typeface="Arial" panose="020B0604020202020204" pitchFamily="34" charset="0"/>
                        </a:rPr>
                        <a:t>-</a:t>
                      </a:r>
                      <a:r>
                        <a:rPr lang="en-US" sz="1800" b="0" baseline="0" dirty="0">
                          <a:solidFill>
                            <a:schemeClr val="bg1"/>
                          </a:solidFill>
                          <a:latin typeface="Arial" panose="020B0604020202020204" pitchFamily="34" charset="0"/>
                          <a:cs typeface="Arial" panose="020B0604020202020204" pitchFamily="34" charset="0"/>
                        </a:rPr>
                        <a:t> </a:t>
                      </a:r>
                      <a:r>
                        <a:rPr lang="en-US" sz="1800" b="0" baseline="0" dirty="0">
                          <a:solidFill>
                            <a:srgbClr val="D9D9D9"/>
                          </a:solidFill>
                          <a:latin typeface="Arial" panose="020B0604020202020204" pitchFamily="34" charset="0"/>
                          <a:cs typeface="Arial" panose="020B0604020202020204" pitchFamily="34" charset="0"/>
                        </a:rPr>
                        <a:t>Click inside a section header to add its text. </a:t>
                      </a:r>
                      <a:br>
                        <a:rPr lang="en-US" sz="1800" b="0" baseline="0" dirty="0">
                          <a:solidFill>
                            <a:schemeClr val="bg1"/>
                          </a:solidFill>
                          <a:latin typeface="Arial" panose="020B0604020202020204" pitchFamily="34" charset="0"/>
                          <a:cs typeface="Arial" panose="020B0604020202020204" pitchFamily="34" charset="0"/>
                        </a:rPr>
                      </a:br>
                      <a:r>
                        <a:rPr lang="en-US" sz="1800" b="0" baseline="0" dirty="0">
                          <a:solidFill>
                            <a:srgbClr val="FFC000"/>
                          </a:solidFill>
                          <a:latin typeface="Arial" panose="020B0604020202020204" pitchFamily="34" charset="0"/>
                          <a:cs typeface="Arial" panose="020B0604020202020204" pitchFamily="34" charset="0"/>
                        </a:rPr>
                        <a:t>-</a:t>
                      </a:r>
                      <a:r>
                        <a:rPr lang="en-US" sz="1800" b="0" baseline="0" dirty="0">
                          <a:solidFill>
                            <a:schemeClr val="bg1"/>
                          </a:solidFill>
                          <a:latin typeface="Arial" panose="020B0604020202020204" pitchFamily="34" charset="0"/>
                          <a:cs typeface="Arial" panose="020B0604020202020204" pitchFamily="34" charset="0"/>
                        </a:rPr>
                        <a:t> </a:t>
                      </a:r>
                      <a:r>
                        <a:rPr lang="en-US" sz="1800" b="0" baseline="0" dirty="0">
                          <a:solidFill>
                            <a:srgbClr val="D9D9D9"/>
                          </a:solidFill>
                          <a:latin typeface="Arial" panose="020B0604020202020204" pitchFamily="34" charset="0"/>
                          <a:cs typeface="Arial" panose="020B0604020202020204" pitchFamily="34" charset="0"/>
                        </a:rPr>
                        <a:t>To add another header, click on edge of the section box so that it is outlined. Copy and paste it. </a:t>
                      </a:r>
                      <a:br>
                        <a:rPr lang="en-US" sz="1800" b="0" baseline="0" dirty="0">
                          <a:solidFill>
                            <a:schemeClr val="bg1"/>
                          </a:solidFill>
                          <a:latin typeface="Arial" panose="020B0604020202020204" pitchFamily="34" charset="0"/>
                          <a:cs typeface="Arial" panose="020B0604020202020204" pitchFamily="34" charset="0"/>
                        </a:rPr>
                      </a:br>
                      <a:r>
                        <a:rPr lang="en-US" sz="1800" b="0" baseline="0" dirty="0">
                          <a:solidFill>
                            <a:srgbClr val="FFC000"/>
                          </a:solidFill>
                          <a:latin typeface="Arial" panose="020B0604020202020204" pitchFamily="34" charset="0"/>
                          <a:cs typeface="Arial" panose="020B0604020202020204" pitchFamily="34" charset="0"/>
                        </a:rPr>
                        <a:t>-</a:t>
                      </a:r>
                      <a:r>
                        <a:rPr lang="en-US" sz="1800" b="0" baseline="0" dirty="0">
                          <a:solidFill>
                            <a:schemeClr val="bg1"/>
                          </a:solidFill>
                          <a:latin typeface="Arial" panose="020B0604020202020204" pitchFamily="34" charset="0"/>
                          <a:cs typeface="Arial" panose="020B0604020202020204" pitchFamily="34" charset="0"/>
                        </a:rPr>
                        <a:t> </a:t>
                      </a:r>
                      <a:r>
                        <a:rPr lang="en-US" sz="1800" b="0" baseline="0" dirty="0">
                          <a:solidFill>
                            <a:srgbClr val="D9D9D9"/>
                          </a:solidFill>
                          <a:latin typeface="Arial" panose="020B0604020202020204" pitchFamily="34" charset="0"/>
                          <a:cs typeface="Arial" panose="020B0604020202020204" pitchFamily="34" charset="0"/>
                        </a:rPr>
                        <a:t>To increase its size, click on the white circles and expand to the the desired size.</a:t>
                      </a:r>
                    </a:p>
                  </a:txBody>
                  <a:tcPr marL="182880" marT="137160">
                    <a:solidFill>
                      <a:srgbClr val="010101"/>
                    </a:solidFill>
                  </a:tcPr>
                </a:tc>
                <a:extLst>
                  <a:ext uri="{0D108BD9-81ED-4DB2-BD59-A6C34878D82A}">
                    <a16:rowId xmlns:a16="http://schemas.microsoft.com/office/drawing/2014/main" val="10003"/>
                  </a:ext>
                </a:extLst>
              </a:tr>
              <a:tr h="3208687">
                <a:tc gridSpan="2">
                  <a:txBody>
                    <a:bodyPr/>
                    <a:lstStyle/>
                    <a:p>
                      <a:r>
                        <a:rPr lang="en-US" sz="2000" b="1" dirty="0">
                          <a:solidFill>
                            <a:srgbClr val="FFC000"/>
                          </a:solidFill>
                          <a:latin typeface="Arial" panose="020B0604020202020204" pitchFamily="34" charset="0"/>
                          <a:cs typeface="Arial" panose="020B0604020202020204" pitchFamily="34" charset="0"/>
                        </a:rPr>
                        <a:t>Adding content to the poster</a:t>
                      </a:r>
                    </a:p>
                    <a:p>
                      <a:r>
                        <a:rPr lang="en-US" sz="1800" baseline="0" dirty="0">
                          <a:solidFill>
                            <a:srgbClr val="D9D9D9"/>
                          </a:solidFill>
                          <a:latin typeface="Arial" panose="020B0604020202020204" pitchFamily="34" charset="0"/>
                          <a:cs typeface="Arial" panose="020B0604020202020204" pitchFamily="34" charset="0"/>
                        </a:rPr>
                        <a:t>Start by adding your text to each section without spending too much time with formatting. Use the default font size even if your text extends beyond the bottom of the poster. Continue until you have added all your content including text, graphics, photos, etc. Once you finish adding your content you can go back and format your text as needed.</a:t>
                      </a:r>
                    </a:p>
                    <a:p>
                      <a:pPr marL="342900" indent="-342900">
                        <a:buFontTx/>
                        <a:buChar char="-"/>
                      </a:pPr>
                      <a:r>
                        <a:rPr lang="en-US" sz="1800" baseline="0" dirty="0">
                          <a:solidFill>
                            <a:srgbClr val="D9D9D9"/>
                          </a:solidFill>
                          <a:latin typeface="Arial" panose="020B0604020202020204" pitchFamily="34" charset="0"/>
                          <a:cs typeface="Arial" panose="020B0604020202020204" pitchFamily="34" charset="0"/>
                        </a:rPr>
                        <a:t>If you run out of room, try to reduce the size of your fonts and/or the size of your graphics. If there is a lot of empty space try to increase your font sizes and the size of your graphics. The font used for references can be smaller.</a:t>
                      </a:r>
                      <a:endParaRPr lang="en-US" sz="1800" dirty="0">
                        <a:solidFill>
                          <a:srgbClr val="D9D9D9"/>
                        </a:solidFill>
                        <a:latin typeface="Arial" panose="020B0604020202020204" pitchFamily="34" charset="0"/>
                        <a:cs typeface="Arial" panose="020B0604020202020204" pitchFamily="34" charset="0"/>
                      </a:endParaRPr>
                    </a:p>
                  </a:txBody>
                  <a:tcPr>
                    <a:solidFill>
                      <a:srgbClr val="010101"/>
                    </a:solidFill>
                  </a:tcPr>
                </a:tc>
                <a:tc hMerge="1">
                  <a:txBody>
                    <a:bodyPr/>
                    <a:lstStyle/>
                    <a:p>
                      <a:endParaRPr lang="en-US" sz="2400" dirty="0">
                        <a:solidFill>
                          <a:schemeClr val="bg1"/>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4"/>
                  </a:ext>
                </a:extLst>
              </a:tr>
              <a:tr h="2124673">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000" b="1" noProof="0" dirty="0">
                          <a:solidFill>
                            <a:srgbClr val="FFC000"/>
                          </a:solidFill>
                          <a:latin typeface="Arial" panose="020B0604020202020204" pitchFamily="34" charset="0"/>
                          <a:cs typeface="Arial" panose="020B0604020202020204" pitchFamily="34" charset="0"/>
                        </a:rPr>
                        <a:t>Photos</a:t>
                      </a:r>
                    </a:p>
                    <a:p>
                      <a:pPr marL="0" marR="0" lvl="0" indent="0" algn="l" defTabSz="9779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D9D9D9"/>
                          </a:solidFill>
                          <a:effectLst/>
                          <a:uLnTx/>
                          <a:uFillTx/>
                          <a:latin typeface="Arial"/>
                          <a:ea typeface="+mn-ea"/>
                          <a:cs typeface="Arial"/>
                        </a:rPr>
                        <a:t>You can add photos by dragging and dropping from your desktop, copy and paste, or by going to INSERT &gt; PICTURES. Resize images proportionally by holding down the SHIFT key and dragging one of the white corner handles (dots). For a professional-looking poster, do not distort your images by stretching them disproportionally.</a:t>
                      </a:r>
                    </a:p>
                  </a:txBody>
                  <a:tcPr marL="182880" marT="137160">
                    <a:solidFill>
                      <a:srgbClr val="010101"/>
                    </a:solidFill>
                  </a:tcPr>
                </a:tc>
                <a:tc h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200" noProof="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5"/>
                  </a:ext>
                </a:extLst>
              </a:tr>
              <a:tr h="1868684">
                <a:tc gridSpan="2">
                  <a:txBody>
                    <a:bodyPr/>
                    <a:lstStyle/>
                    <a:p>
                      <a:endParaRPr lang="en-US" sz="1800" dirty="0">
                        <a:solidFill>
                          <a:schemeClr val="bg1"/>
                        </a:solidFill>
                        <a:latin typeface="Arial" panose="020B0604020202020204" pitchFamily="34" charset="0"/>
                        <a:cs typeface="Arial" panose="020B0604020202020204" pitchFamily="34" charset="0"/>
                      </a:endParaRPr>
                    </a:p>
                  </a:txBody>
                  <a:tcPr marL="182880" marT="137160">
                    <a:blipFill rotWithShape="1">
                      <a:blip r:embed="rId5"/>
                      <a:stretch>
                        <a:fillRect/>
                      </a:stretch>
                    </a:blipFill>
                  </a:tcPr>
                </a:tc>
                <a:tc hMerge="1">
                  <a:txBody>
                    <a:bodyPr/>
                    <a:lstStyle/>
                    <a:p>
                      <a:endParaRPr lang="en-US" sz="2400" dirty="0">
                        <a:solidFill>
                          <a:srgbClr val="1F3A4E"/>
                        </a:solidFill>
                      </a:endParaRPr>
                    </a:p>
                  </a:txBody>
                  <a:tcPr/>
                </a:tc>
                <a:extLst>
                  <a:ext uri="{0D108BD9-81ED-4DB2-BD59-A6C34878D82A}">
                    <a16:rowId xmlns:a16="http://schemas.microsoft.com/office/drawing/2014/main" val="10006"/>
                  </a:ext>
                </a:extLst>
              </a:tr>
              <a:tr h="2067811">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000" b="1" noProof="0" dirty="0">
                          <a:solidFill>
                            <a:srgbClr val="FFC000"/>
                          </a:solidFill>
                          <a:latin typeface="Arial"/>
                          <a:cs typeface="Arial"/>
                        </a:rPr>
                        <a:t>Quality check your graphics</a:t>
                      </a:r>
                    </a:p>
                    <a:p>
                      <a:pPr marL="0" marR="0" lvl="0" indent="0" algn="l" defTabSz="1518341" rtl="0" eaLnBrk="1" fontAlgn="auto" latinLnBrk="0" hangingPunct="1">
                        <a:lnSpc>
                          <a:spcPct val="100000"/>
                        </a:lnSpc>
                        <a:spcBef>
                          <a:spcPts val="0"/>
                        </a:spcBef>
                        <a:spcAft>
                          <a:spcPts val="0"/>
                        </a:spcAft>
                        <a:buClrTx/>
                        <a:buSzTx/>
                        <a:buFontTx/>
                        <a:buNone/>
                        <a:tabLst/>
                        <a:defRPr/>
                      </a:pPr>
                      <a:r>
                        <a:rPr lang="en-US" sz="1800" noProof="0" dirty="0">
                          <a:solidFill>
                            <a:srgbClr val="D9D9D9"/>
                          </a:solidFill>
                          <a:latin typeface="Arial"/>
                          <a:cs typeface="Arial"/>
                        </a:rPr>
                        <a:t>Zoom in and look at your images at 100%-200% magnification. If they look clear, they will print well. </a:t>
                      </a:r>
                    </a:p>
                  </a:txBody>
                  <a:tcPr marL="182880" marT="137160">
                    <a:solidFill>
                      <a:srgbClr val="010101"/>
                    </a:solidFill>
                  </a:tcPr>
                </a:tc>
                <a:tc hMerge="1">
                  <a:txBody>
                    <a:bodyPr/>
                    <a:lstStyle/>
                    <a:p>
                      <a:endParaRPr lang="en-US" sz="2400" dirty="0">
                        <a:solidFill>
                          <a:srgbClr val="1F3A4E"/>
                        </a:solidFill>
                      </a:endParaRPr>
                    </a:p>
                  </a:txBody>
                  <a:tcPr>
                    <a:solidFill>
                      <a:schemeClr val="tx1">
                        <a:lumMod val="95000"/>
                        <a:lumOff val="5000"/>
                      </a:schemeClr>
                    </a:solidFill>
                  </a:tcPr>
                </a:tc>
                <a:extLst>
                  <a:ext uri="{0D108BD9-81ED-4DB2-BD59-A6C34878D82A}">
                    <a16:rowId xmlns:a16="http://schemas.microsoft.com/office/drawing/2014/main" val="10007"/>
                  </a:ext>
                </a:extLst>
              </a:tr>
              <a:tr h="2597279">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1800" noProof="0" dirty="0">
                        <a:solidFill>
                          <a:schemeClr val="bg1"/>
                        </a:solidFill>
                        <a:latin typeface="Arial"/>
                        <a:cs typeface="Arial"/>
                      </a:endParaRPr>
                    </a:p>
                  </a:txBody>
                  <a:tcPr marL="182880" marT="137160">
                    <a:blipFill rotWithShape="1">
                      <a:blip r:embed="rId6"/>
                      <a:stretch>
                        <a:fillRect/>
                      </a:stretch>
                    </a:blipFill>
                  </a:tcPr>
                </a:tc>
                <a:tc hMerge="1">
                  <a:txBody>
                    <a:bodyPr/>
                    <a:lstStyle/>
                    <a:p>
                      <a:endParaRPr lang="en-US"/>
                    </a:p>
                  </a:txBody>
                  <a:tcPr/>
                </a:tc>
                <a:extLst>
                  <a:ext uri="{0D108BD9-81ED-4DB2-BD59-A6C34878D82A}">
                    <a16:rowId xmlns:a16="http://schemas.microsoft.com/office/drawing/2014/main" val="10010"/>
                  </a:ext>
                </a:extLst>
              </a:tr>
            </a:tbl>
          </a:graphicData>
        </a:graphic>
      </p:graphicFrame>
      <p:grpSp>
        <p:nvGrpSpPr>
          <p:cNvPr id="15" name="Group 14">
            <a:extLst>
              <a:ext uri="{FF2B5EF4-FFF2-40B4-BE49-F238E27FC236}">
                <a16:creationId xmlns:a16="http://schemas.microsoft.com/office/drawing/2014/main" id="{2F477455-85C8-024B-8952-F98630A616DF}"/>
              </a:ext>
            </a:extLst>
          </p:cNvPr>
          <p:cNvGrpSpPr/>
          <p:nvPr userDrawn="1"/>
        </p:nvGrpSpPr>
        <p:grpSpPr>
          <a:xfrm>
            <a:off x="-38100" y="-159027"/>
            <a:ext cx="21388388" cy="30999245"/>
            <a:chOff x="-268793" y="-159027"/>
            <a:chExt cx="21734579" cy="30970331"/>
          </a:xfrm>
        </p:grpSpPr>
        <p:sp>
          <p:nvSpPr>
            <p:cNvPr id="16" name="Freeform 15">
              <a:extLst>
                <a:ext uri="{FF2B5EF4-FFF2-40B4-BE49-F238E27FC236}">
                  <a16:creationId xmlns:a16="http://schemas.microsoft.com/office/drawing/2014/main" id="{052A94EC-894F-7147-AB8E-2E068BA8A153}"/>
                </a:ext>
              </a:extLst>
            </p:cNvPr>
            <p:cNvSpPr/>
            <p:nvPr userDrawn="1"/>
          </p:nvSpPr>
          <p:spPr>
            <a:xfrm>
              <a:off x="-233480" y="-142048"/>
              <a:ext cx="21699266" cy="30417261"/>
            </a:xfrm>
            <a:custGeom>
              <a:avLst/>
              <a:gdLst>
                <a:gd name="connsiteX0" fmla="*/ 0 w 44005500"/>
                <a:gd name="connsiteY0" fmla="*/ 0 h 32956500"/>
                <a:gd name="connsiteX1" fmla="*/ 44005500 w 44005500"/>
                <a:gd name="connsiteY1" fmla="*/ 32956500 h 32956500"/>
                <a:gd name="connsiteX2" fmla="*/ 38100 w 44005500"/>
                <a:gd name="connsiteY2" fmla="*/ 32918400 h 32956500"/>
                <a:gd name="connsiteX3" fmla="*/ 0 w 44005500"/>
                <a:gd name="connsiteY3" fmla="*/ 0 h 32956500"/>
              </a:gdLst>
              <a:ahLst/>
              <a:cxnLst>
                <a:cxn ang="0">
                  <a:pos x="connsiteX0" y="connsiteY0"/>
                </a:cxn>
                <a:cxn ang="0">
                  <a:pos x="connsiteX1" y="connsiteY1"/>
                </a:cxn>
                <a:cxn ang="0">
                  <a:pos x="connsiteX2" y="connsiteY2"/>
                </a:cxn>
                <a:cxn ang="0">
                  <a:pos x="connsiteX3" y="connsiteY3"/>
                </a:cxn>
              </a:cxnLst>
              <a:rect l="l" t="t" r="r" b="b"/>
              <a:pathLst>
                <a:path w="44005500" h="32956500">
                  <a:moveTo>
                    <a:pt x="0" y="0"/>
                  </a:moveTo>
                  <a:lnTo>
                    <a:pt x="44005500" y="32956500"/>
                  </a:lnTo>
                  <a:lnTo>
                    <a:pt x="38100" y="32918400"/>
                  </a:lnTo>
                  <a:lnTo>
                    <a:pt x="0" y="0"/>
                  </a:lnTo>
                  <a:close/>
                </a:path>
              </a:pathLst>
            </a:custGeom>
            <a:gradFill>
              <a:gsLst>
                <a:gs pos="79000">
                  <a:schemeClr val="accent1">
                    <a:lumMod val="40000"/>
                    <a:lumOff val="60000"/>
                  </a:schemeClr>
                </a:gs>
                <a:gs pos="13000">
                  <a:schemeClr val="accent1">
                    <a:lumMod val="30000"/>
                    <a:lumOff val="7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16">
              <a:extLst>
                <a:ext uri="{FF2B5EF4-FFF2-40B4-BE49-F238E27FC236}">
                  <a16:creationId xmlns:a16="http://schemas.microsoft.com/office/drawing/2014/main" id="{6886BA1D-C6F1-0B46-9215-21D0D5179BDB}"/>
                </a:ext>
              </a:extLst>
            </p:cNvPr>
            <p:cNvSpPr/>
            <p:nvPr userDrawn="1"/>
          </p:nvSpPr>
          <p:spPr>
            <a:xfrm flipH="1" flipV="1">
              <a:off x="-233481" y="-142048"/>
              <a:ext cx="21699264" cy="30417261"/>
            </a:xfrm>
            <a:custGeom>
              <a:avLst/>
              <a:gdLst>
                <a:gd name="connsiteX0" fmla="*/ 0 w 44005500"/>
                <a:gd name="connsiteY0" fmla="*/ 0 h 32956500"/>
                <a:gd name="connsiteX1" fmla="*/ 44005500 w 44005500"/>
                <a:gd name="connsiteY1" fmla="*/ 32956500 h 32956500"/>
                <a:gd name="connsiteX2" fmla="*/ 38100 w 44005500"/>
                <a:gd name="connsiteY2" fmla="*/ 32918400 h 32956500"/>
                <a:gd name="connsiteX3" fmla="*/ 0 w 44005500"/>
                <a:gd name="connsiteY3" fmla="*/ 0 h 32956500"/>
              </a:gdLst>
              <a:ahLst/>
              <a:cxnLst>
                <a:cxn ang="0">
                  <a:pos x="connsiteX0" y="connsiteY0"/>
                </a:cxn>
                <a:cxn ang="0">
                  <a:pos x="connsiteX1" y="connsiteY1"/>
                </a:cxn>
                <a:cxn ang="0">
                  <a:pos x="connsiteX2" y="connsiteY2"/>
                </a:cxn>
                <a:cxn ang="0">
                  <a:pos x="connsiteX3" y="connsiteY3"/>
                </a:cxn>
              </a:cxnLst>
              <a:rect l="l" t="t" r="r" b="b"/>
              <a:pathLst>
                <a:path w="44005500" h="32956500">
                  <a:moveTo>
                    <a:pt x="0" y="0"/>
                  </a:moveTo>
                  <a:lnTo>
                    <a:pt x="44005500" y="32956500"/>
                  </a:lnTo>
                  <a:lnTo>
                    <a:pt x="38100" y="32918400"/>
                  </a:lnTo>
                  <a:lnTo>
                    <a:pt x="0" y="0"/>
                  </a:lnTo>
                  <a:close/>
                </a:path>
              </a:pathLst>
            </a:custGeom>
            <a:gradFill>
              <a:gsLst>
                <a:gs pos="41000">
                  <a:schemeClr val="bg2"/>
                </a:gs>
                <a:gs pos="100000">
                  <a:schemeClr val="accent1">
                    <a:lumMod val="30000"/>
                    <a:lumOff val="7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17">
              <a:extLst>
                <a:ext uri="{FF2B5EF4-FFF2-40B4-BE49-F238E27FC236}">
                  <a16:creationId xmlns:a16="http://schemas.microsoft.com/office/drawing/2014/main" id="{EA079F7F-CAD0-A348-8EF6-B7462979F338}"/>
                </a:ext>
              </a:extLst>
            </p:cNvPr>
            <p:cNvSpPr/>
            <p:nvPr userDrawn="1"/>
          </p:nvSpPr>
          <p:spPr>
            <a:xfrm>
              <a:off x="-268793" y="-159027"/>
              <a:ext cx="21734578" cy="30970331"/>
            </a:xfrm>
            <a:custGeom>
              <a:avLst/>
              <a:gdLst>
                <a:gd name="connsiteX0" fmla="*/ 36576 w 39026592"/>
                <a:gd name="connsiteY0" fmla="*/ 0 h 30614112"/>
                <a:gd name="connsiteX1" fmla="*/ 15837408 w 39026592"/>
                <a:gd name="connsiteY1" fmla="*/ 30614112 h 30614112"/>
                <a:gd name="connsiteX2" fmla="*/ 39026592 w 39026592"/>
                <a:gd name="connsiteY2" fmla="*/ 13350240 h 30614112"/>
                <a:gd name="connsiteX3" fmla="*/ 0 w 39026592"/>
                <a:gd name="connsiteY3" fmla="*/ 73152 h 30614112"/>
                <a:gd name="connsiteX4" fmla="*/ 109728 w 39026592"/>
                <a:gd name="connsiteY4" fmla="*/ 146304 h 306141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026592" h="30614112">
                  <a:moveTo>
                    <a:pt x="36576" y="0"/>
                  </a:moveTo>
                  <a:lnTo>
                    <a:pt x="15837408" y="30614112"/>
                  </a:lnTo>
                  <a:lnTo>
                    <a:pt x="39026592" y="13350240"/>
                  </a:lnTo>
                  <a:lnTo>
                    <a:pt x="0" y="73152"/>
                  </a:lnTo>
                  <a:lnTo>
                    <a:pt x="109728" y="146304"/>
                  </a:lnTo>
                </a:path>
              </a:pathLst>
            </a:custGeom>
            <a:gradFill flip="none" rotWithShape="1">
              <a:gsLst>
                <a:gs pos="0">
                  <a:schemeClr val="bg1"/>
                </a:gs>
                <a:gs pos="76000">
                  <a:schemeClr val="accent1">
                    <a:lumMod val="30000"/>
                    <a:lumOff val="70000"/>
                    <a:alpha val="0"/>
                  </a:schemeClr>
                </a:gs>
              </a:gsLst>
              <a:path path="rect">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 Box 14">
              <a:extLst>
                <a:ext uri="{FF2B5EF4-FFF2-40B4-BE49-F238E27FC236}">
                  <a16:creationId xmlns:a16="http://schemas.microsoft.com/office/drawing/2014/main" id="{95BF47B3-6D9A-514F-9327-ADE9C35C2943}"/>
                </a:ext>
              </a:extLst>
            </p:cNvPr>
            <p:cNvSpPr txBox="1">
              <a:spLocks noChangeArrowheads="1"/>
            </p:cNvSpPr>
            <p:nvPr userDrawn="1"/>
          </p:nvSpPr>
          <p:spPr bwMode="auto">
            <a:xfrm>
              <a:off x="614852" y="29556350"/>
              <a:ext cx="1862933" cy="258718"/>
            </a:xfrm>
            <a:prstGeom prst="rect">
              <a:avLst/>
            </a:prstGeom>
            <a:noFill/>
            <a:ln w="9525">
              <a:noFill/>
              <a:miter lim="800000"/>
              <a:headEnd/>
              <a:tailEnd/>
            </a:ln>
            <a:effectLst/>
          </p:spPr>
          <p:txBody>
            <a:bodyPr wrap="square" lIns="63187" tIns="31588" rIns="63187" bIns="31588">
              <a:spAutoFit/>
            </a:bodyPr>
            <a:lstStyle/>
            <a:p>
              <a:pPr eaLnBrk="0" hangingPunct="0">
                <a:lnSpc>
                  <a:spcPct val="65000"/>
                </a:lnSpc>
                <a:spcBef>
                  <a:spcPct val="50000"/>
                </a:spcBef>
                <a:defRPr/>
              </a:pPr>
              <a:r>
                <a:rPr lang="en-US" sz="500" b="1" dirty="0">
                  <a:solidFill>
                    <a:schemeClr val="bg1">
                      <a:lumMod val="75000"/>
                    </a:schemeClr>
                  </a:solidFill>
                  <a:latin typeface="Arial" charset="0"/>
                </a:rPr>
                <a:t>RESEARCH POSTER PRESENTATION DESIGN © 2019</a:t>
              </a:r>
            </a:p>
            <a:p>
              <a:pPr eaLnBrk="0" hangingPunct="0">
                <a:lnSpc>
                  <a:spcPct val="65000"/>
                </a:lnSpc>
                <a:spcBef>
                  <a:spcPct val="50000"/>
                </a:spcBef>
                <a:defRPr/>
              </a:pPr>
              <a:r>
                <a:rPr lang="en-US" sz="800" b="1" dirty="0">
                  <a:solidFill>
                    <a:schemeClr val="bg1">
                      <a:lumMod val="75000"/>
                    </a:schemeClr>
                  </a:solidFill>
                  <a:latin typeface="Arial" charset="0"/>
                </a:rPr>
                <a:t>www.PosterPresentations.com</a:t>
              </a:r>
            </a:p>
          </p:txBody>
        </p:sp>
      </p:grpSp>
      <p:graphicFrame>
        <p:nvGraphicFramePr>
          <p:cNvPr id="9" name="Table 8">
            <a:extLst>
              <a:ext uri="{FF2B5EF4-FFF2-40B4-BE49-F238E27FC236}">
                <a16:creationId xmlns:a16="http://schemas.microsoft.com/office/drawing/2014/main" id="{11C3DB60-464F-D24C-81AF-3C43DD33A5F1}"/>
              </a:ext>
            </a:extLst>
          </p:cNvPr>
          <p:cNvGraphicFramePr>
            <a:graphicFrameLocks noGrp="1"/>
          </p:cNvGraphicFramePr>
          <p:nvPr userDrawn="1">
            <p:extLst>
              <p:ext uri="{D42A27DB-BD31-4B8C-83A1-F6EECF244321}">
                <p14:modId xmlns:p14="http://schemas.microsoft.com/office/powerpoint/2010/main" val="1681874454"/>
              </p:ext>
            </p:extLst>
          </p:nvPr>
        </p:nvGraphicFramePr>
        <p:xfrm>
          <a:off x="21937684" y="-142032"/>
          <a:ext cx="8060660" cy="30764142"/>
        </p:xfrm>
        <a:graphic>
          <a:graphicData uri="http://schemas.openxmlformats.org/drawingml/2006/table">
            <a:tbl>
              <a:tblPr firstRow="1" bandRow="1">
                <a:tableStyleId>{5C22544A-7EE6-4342-B048-85BDC9FD1C3A}</a:tableStyleId>
              </a:tblPr>
              <a:tblGrid>
                <a:gridCol w="3162981">
                  <a:extLst>
                    <a:ext uri="{9D8B030D-6E8A-4147-A177-3AD203B41FA5}">
                      <a16:colId xmlns:a16="http://schemas.microsoft.com/office/drawing/2014/main" val="20000"/>
                    </a:ext>
                  </a:extLst>
                </a:gridCol>
                <a:gridCol w="950236">
                  <a:extLst>
                    <a:ext uri="{9D8B030D-6E8A-4147-A177-3AD203B41FA5}">
                      <a16:colId xmlns:a16="http://schemas.microsoft.com/office/drawing/2014/main" val="764104496"/>
                    </a:ext>
                  </a:extLst>
                </a:gridCol>
                <a:gridCol w="3947443">
                  <a:extLst>
                    <a:ext uri="{9D8B030D-6E8A-4147-A177-3AD203B41FA5}">
                      <a16:colId xmlns:a16="http://schemas.microsoft.com/office/drawing/2014/main" val="4164475170"/>
                    </a:ext>
                  </a:extLst>
                </a:gridCol>
              </a:tblGrid>
              <a:tr h="1205727">
                <a:tc gridSpan="3">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3200" b="0" spc="600" dirty="0">
                          <a:solidFill>
                            <a:srgbClr val="1F3A4E"/>
                          </a:solidFill>
                          <a:latin typeface="Arial Black" panose="020B0A04020102020204" pitchFamily="34" charset="0"/>
                        </a:rPr>
                        <a:t>QUICK START GUIDE</a:t>
                      </a:r>
                      <a:br>
                        <a:rPr lang="en-US" sz="3200" b="0" spc="600" dirty="0">
                          <a:solidFill>
                            <a:srgbClr val="1F3A4E"/>
                          </a:solidFill>
                          <a:latin typeface="Arial Black" panose="020B0A04020102020204" pitchFamily="34" charset="0"/>
                        </a:rPr>
                      </a:br>
                      <a:r>
                        <a:rPr lang="en-US" sz="2400" b="1" spc="0" dirty="0">
                          <a:solidFill>
                            <a:srgbClr val="FF0000"/>
                          </a:solidFill>
                          <a:latin typeface="Trebuchet MS" pitchFamily="34" charset="0"/>
                        </a:rPr>
                        <a:t>(THIS SIDEBAR WILL NOT PRINT)</a:t>
                      </a:r>
                      <a:endParaRPr lang="en-US" sz="3200" b="1" spc="600" dirty="0">
                        <a:solidFill>
                          <a:schemeClr val="bg1"/>
                        </a:solidFill>
                        <a:latin typeface="Trebuchet MS" pitchFamily="34" charset="0"/>
                      </a:endParaRPr>
                    </a:p>
                  </a:txBody>
                  <a:tcPr marL="182880" marT="137160">
                    <a:solidFill>
                      <a:srgbClr val="FFC000"/>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793258">
                <a:tc gridSpan="3">
                  <a:txBody>
                    <a:bodyPr/>
                    <a:lstStyle/>
                    <a:p>
                      <a:pPr algn="l"/>
                      <a:r>
                        <a:rPr lang="en-US" sz="2000" b="1" baseline="0" dirty="0">
                          <a:solidFill>
                            <a:srgbClr val="FFC000"/>
                          </a:solidFill>
                          <a:latin typeface="Arial" panose="020B0604020202020204" pitchFamily="34" charset="0"/>
                          <a:cs typeface="Arial" panose="020B0604020202020204" pitchFamily="34" charset="0"/>
                        </a:rPr>
                        <a:t>How to change the template colors</a:t>
                      </a:r>
                    </a:p>
                    <a:p>
                      <a:pPr marL="0" indent="0" algn="l" defTabSz="114300"/>
                      <a:r>
                        <a:rPr lang="en-US" sz="1800" b="0" baseline="0" dirty="0">
                          <a:solidFill>
                            <a:srgbClr val="D9D9D9"/>
                          </a:solidFill>
                          <a:latin typeface="Arial" panose="020B0604020202020204" pitchFamily="34" charset="0"/>
                          <a:cs typeface="Arial" panose="020B0604020202020204" pitchFamily="34" charset="0"/>
                        </a:rPr>
                        <a:t>You can change the overall template color theme by clicking on the COLORS dropdown menu under the DESIGN tab. You can see a tutorial here: </a:t>
                      </a:r>
                      <a:r>
                        <a:rPr lang="en-US" sz="1800" dirty="0">
                          <a:solidFill>
                            <a:srgbClr val="FFC000"/>
                          </a:solidFill>
                          <a:hlinkClick r:id="rId7">
                            <a:extLst>
                              <a:ext uri="{A12FA001-AC4F-418D-AE19-62706E023703}">
                                <ahyp:hlinkClr xmlns:ahyp="http://schemas.microsoft.com/office/drawing/2018/hyperlinkcolor" val="tx"/>
                              </a:ext>
                            </a:extLst>
                          </a:hlinkClick>
                        </a:rPr>
                        <a:t>https://www.posterpresentations.com/how-to-change-the-research-poster-template-colors.html</a:t>
                      </a:r>
                      <a:endParaRPr lang="en-US" sz="1800" dirty="0">
                        <a:solidFill>
                          <a:srgbClr val="FFC000"/>
                        </a:solidFill>
                      </a:endParaRPr>
                    </a:p>
                    <a:p>
                      <a:pPr marL="0" indent="0" algn="l" defTabSz="114300"/>
                      <a:endParaRPr lang="en-US" sz="18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1800" b="0" baseline="0" dirty="0">
                          <a:solidFill>
                            <a:srgbClr val="D9D9D9"/>
                          </a:solidFill>
                          <a:latin typeface="Arial" panose="020B0604020202020204" pitchFamily="34" charset="0"/>
                          <a:cs typeface="Arial" panose="020B0604020202020204" pitchFamily="34" charset="0"/>
                        </a:rPr>
                        <a:t>You can also manually change the color of individual elements by going to VIEW &gt; SLIDE MASTER. On the left side of your screen select the background master where you can change the template background, column sizes, etc. </a:t>
                      </a:r>
                    </a:p>
                    <a:p>
                      <a:pPr marL="0" indent="0" algn="l" defTabSz="114300"/>
                      <a:endParaRPr lang="en-US" sz="18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1800" b="0" baseline="0" dirty="0">
                          <a:solidFill>
                            <a:srgbClr val="D9D9D9"/>
                          </a:solidFill>
                          <a:latin typeface="Arial" panose="020B0604020202020204" pitchFamily="34" charset="0"/>
                          <a:cs typeface="Arial" panose="020B0604020202020204" pitchFamily="34" charset="0"/>
                        </a:rPr>
                        <a:t>After you finish working on the SLIDE MASTER, it is important that you go to VIEW &gt; NORMAL to continue working on your poster. </a:t>
                      </a:r>
                    </a:p>
                  </a:txBody>
                  <a:tcPr marL="182880" marT="137160">
                    <a:solidFill>
                      <a:schemeClr val="tx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4308046">
                <a:tc gridSpan="3">
                  <a:txBody>
                    <a:bodyPr/>
                    <a:lstStyle/>
                    <a:p>
                      <a:r>
                        <a:rPr lang="en-US" sz="2000" b="1" dirty="0">
                          <a:solidFill>
                            <a:srgbClr val="FFC000"/>
                          </a:solidFill>
                          <a:latin typeface="Arial" panose="020B0604020202020204" pitchFamily="34" charset="0"/>
                          <a:cs typeface="Arial" panose="020B0604020202020204" pitchFamily="34" charset="0"/>
                        </a:rPr>
                        <a:t>How to change the column layout configuration</a:t>
                      </a:r>
                    </a:p>
                    <a:p>
                      <a:r>
                        <a:rPr lang="en-US" sz="1800" dirty="0">
                          <a:solidFill>
                            <a:srgbClr val="D9D9D9"/>
                          </a:solidFill>
                          <a:latin typeface="Arial" panose="020B0604020202020204" pitchFamily="34" charset="0"/>
                          <a:cs typeface="Arial" panose="020B0604020202020204" pitchFamily="34" charset="0"/>
                        </a:rPr>
                        <a:t>You can manually change the configuration on the columns by going to VIEW &gt; SLIDE MASTER. You can delete columns, resize them or modify them as needed for your layout. </a:t>
                      </a:r>
                    </a:p>
                    <a:p>
                      <a:pPr marL="0" marR="0" indent="0" algn="l" defTabSz="3765366" rtl="0" eaLnBrk="1" fontAlgn="auto" latinLnBrk="0" hangingPunct="1">
                        <a:lnSpc>
                          <a:spcPct val="100000"/>
                        </a:lnSpc>
                        <a:spcBef>
                          <a:spcPts val="0"/>
                        </a:spcBef>
                        <a:spcAft>
                          <a:spcPts val="0"/>
                        </a:spcAft>
                        <a:buClrTx/>
                        <a:buSzTx/>
                        <a:buFontTx/>
                        <a:buNone/>
                        <a:tabLst/>
                        <a:defRPr/>
                      </a:pPr>
                      <a:r>
                        <a:rPr lang="en-US" sz="1800" dirty="0">
                          <a:solidFill>
                            <a:srgbClr val="D9D9D9"/>
                          </a:solidFill>
                          <a:latin typeface="Arial" panose="020B0604020202020204" pitchFamily="34" charset="0"/>
                          <a:cs typeface="Arial" panose="020B0604020202020204" pitchFamily="34" charset="0"/>
                        </a:rPr>
                        <a:t>You can see a tutorial here: </a:t>
                      </a:r>
                      <a:r>
                        <a:rPr lang="en-US" sz="1800" u="sng" dirty="0">
                          <a:solidFill>
                            <a:srgbClr val="FFC000"/>
                          </a:solidFill>
                          <a:latin typeface="Arial" panose="020B0604020202020204" pitchFamily="34" charset="0"/>
                          <a:cs typeface="Arial" panose="020B0604020202020204" pitchFamily="34" charset="0"/>
                        </a:rPr>
                        <a:t>https://</a:t>
                      </a:r>
                      <a:r>
                        <a:rPr lang="en-US" sz="1800" u="sng" dirty="0" err="1">
                          <a:solidFill>
                            <a:srgbClr val="FFC000"/>
                          </a:solidFill>
                          <a:latin typeface="Arial" panose="020B0604020202020204" pitchFamily="34" charset="0"/>
                          <a:cs typeface="Arial" panose="020B0604020202020204" pitchFamily="34" charset="0"/>
                        </a:rPr>
                        <a:t>www.posterpresentations.com</a:t>
                      </a:r>
                      <a:r>
                        <a:rPr lang="en-US" sz="1800" u="sng" dirty="0">
                          <a:solidFill>
                            <a:srgbClr val="FFC000"/>
                          </a:solidFill>
                          <a:latin typeface="Arial" panose="020B0604020202020204" pitchFamily="34" charset="0"/>
                          <a:cs typeface="Arial" panose="020B0604020202020204" pitchFamily="34" charset="0"/>
                        </a:rPr>
                        <a:t>/how-to-change-the-column-</a:t>
                      </a:r>
                      <a:r>
                        <a:rPr lang="en-US" sz="1800" u="sng" dirty="0" err="1">
                          <a:solidFill>
                            <a:srgbClr val="FFC000"/>
                          </a:solidFill>
                          <a:latin typeface="Arial" panose="020B0604020202020204" pitchFamily="34" charset="0"/>
                          <a:cs typeface="Arial" panose="020B0604020202020204" pitchFamily="34" charset="0"/>
                        </a:rPr>
                        <a:t>configuration.html</a:t>
                      </a:r>
                      <a:endParaRPr lang="en-US" sz="4400" u="sng" dirty="0">
                        <a:solidFill>
                          <a:srgbClr val="FFC000"/>
                        </a:solidFill>
                      </a:endParaRPr>
                    </a:p>
                  </a:txBody>
                  <a:tcPr marL="182880" marT="137160">
                    <a:solidFill>
                      <a:schemeClr val="tx1"/>
                    </a:solidFill>
                  </a:tcPr>
                </a:tc>
                <a:tc hMerge="1">
                  <a:txBody>
                    <a:bodyPr/>
                    <a:lstStyle/>
                    <a:p>
                      <a:endParaRPr lang="en-US"/>
                    </a:p>
                  </a:txBody>
                  <a:tcPr/>
                </a:tc>
                <a:tc hMerge="1">
                  <a:txBody>
                    <a:bodyPr/>
                    <a:lstStyle/>
                    <a:p>
                      <a:endParaRPr lang="en-US" dirty="0"/>
                    </a:p>
                  </a:txBody>
                  <a:tcPr marL="182880" marT="137160">
                    <a:solidFill>
                      <a:srgbClr val="010101"/>
                    </a:solidFill>
                  </a:tcPr>
                </a:tc>
                <a:extLst>
                  <a:ext uri="{0D108BD9-81ED-4DB2-BD59-A6C34878D82A}">
                    <a16:rowId xmlns:a16="http://schemas.microsoft.com/office/drawing/2014/main" val="10004"/>
                  </a:ext>
                </a:extLst>
              </a:tr>
              <a:tr h="1697684">
                <a:tc>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000" noProof="0" dirty="0">
                        <a:solidFill>
                          <a:srgbClr val="D9D9D9"/>
                        </a:solidFill>
                        <a:latin typeface="Arial" panose="020B0604020202020204" pitchFamily="34" charset="0"/>
                        <a:cs typeface="Arial" panose="020B0604020202020204" pitchFamily="34" charset="0"/>
                      </a:endParaRPr>
                    </a:p>
                  </a:txBody>
                  <a:tcPr marL="182880" marT="137160">
                    <a:blipFill dpi="0" rotWithShape="1">
                      <a:blip r:embed="rId8">
                        <a:extLst>
                          <a:ext uri="{28A0092B-C50C-407E-A947-70E740481C1C}">
                            <a14:useLocalDpi xmlns:a14="http://schemas.microsoft.com/office/drawing/2010/main" val="0"/>
                          </a:ext>
                        </a:extLst>
                      </a:blip>
                      <a:srcRect/>
                      <a:stretch>
                        <a:fillRect/>
                      </a:stretch>
                    </a:blipFill>
                  </a:tcPr>
                </a:tc>
                <a:tc rowSpan="2"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000" b="1" noProof="0" dirty="0">
                          <a:solidFill>
                            <a:srgbClr val="FFC000"/>
                          </a:solidFill>
                          <a:latin typeface="Arial" panose="020B0604020202020204" pitchFamily="34" charset="0"/>
                          <a:cs typeface="Arial" panose="020B0604020202020204" pitchFamily="34" charset="0"/>
                        </a:rPr>
                        <a:t>How to hide the QUICK START GUIDE bars from the sides of the template</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1800" noProof="0" dirty="0">
                          <a:solidFill>
                            <a:srgbClr val="D9D9D9"/>
                          </a:solidFill>
                          <a:latin typeface="Arial" panose="020B0604020202020204" pitchFamily="34" charset="0"/>
                          <a:cs typeface="Arial" panose="020B0604020202020204" pitchFamily="34" charset="0"/>
                        </a:rPr>
                        <a:t>The Quick Start</a:t>
                      </a:r>
                      <a:r>
                        <a:rPr lang="en-US" sz="1800" baseline="0" noProof="0" dirty="0">
                          <a:solidFill>
                            <a:srgbClr val="D9D9D9"/>
                          </a:solidFill>
                          <a:latin typeface="Arial" panose="020B0604020202020204" pitchFamily="34" charset="0"/>
                          <a:cs typeface="Arial" panose="020B0604020202020204" pitchFamily="34" charset="0"/>
                        </a:rPr>
                        <a:t> Guides</a:t>
                      </a:r>
                      <a:r>
                        <a:rPr lang="en-US" sz="1800" noProof="0" dirty="0">
                          <a:solidFill>
                            <a:srgbClr val="D9D9D9"/>
                          </a:solidFill>
                          <a:latin typeface="Arial" panose="020B0604020202020204" pitchFamily="34" charset="0"/>
                          <a:cs typeface="Arial" panose="020B0604020202020204" pitchFamily="34" charset="0"/>
                        </a:rPr>
                        <a:t> </a:t>
                      </a:r>
                      <a:r>
                        <a:rPr lang="en-US" sz="1800" u="sng" noProof="0" dirty="0">
                          <a:solidFill>
                            <a:srgbClr val="D9D9D9"/>
                          </a:solidFill>
                          <a:latin typeface="Arial" panose="020B0604020202020204" pitchFamily="34" charset="0"/>
                          <a:cs typeface="Arial" panose="020B0604020202020204" pitchFamily="34" charset="0"/>
                        </a:rPr>
                        <a:t>are outside the template’s printable area</a:t>
                      </a:r>
                      <a:r>
                        <a:rPr lang="en-US" sz="1800" noProof="0" dirty="0">
                          <a:solidFill>
                            <a:srgbClr val="D9D9D9"/>
                          </a:solidFill>
                          <a:latin typeface="Arial" panose="020B0604020202020204" pitchFamily="34" charset="0"/>
                          <a:cs typeface="Arial" panose="020B0604020202020204" pitchFamily="34" charset="0"/>
                        </a:rPr>
                        <a:t> and they will not be on the printed poster</a:t>
                      </a:r>
                      <a:r>
                        <a:rPr lang="en-US" sz="1800" baseline="0" noProof="0" dirty="0">
                          <a:solidFill>
                            <a:srgbClr val="D9D9D9"/>
                          </a:solidFill>
                          <a:latin typeface="Arial" panose="020B0604020202020204" pitchFamily="34" charset="0"/>
                          <a:cs typeface="Arial" panose="020B0604020202020204" pitchFamily="34" charset="0"/>
                        </a:rPr>
                        <a:t>. </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18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1800" baseline="0" noProof="0" dirty="0">
                          <a:solidFill>
                            <a:srgbClr val="D9D9D9"/>
                          </a:solidFill>
                          <a:latin typeface="Arial" panose="020B0604020202020204" pitchFamily="34" charset="0"/>
                          <a:cs typeface="Arial" panose="020B0604020202020204" pitchFamily="34" charset="0"/>
                        </a:rPr>
                        <a:t>If you create a PDF file from your template, the guides will not be included.</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18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1800" baseline="0" noProof="0" dirty="0">
                          <a:solidFill>
                            <a:srgbClr val="D9D9D9"/>
                          </a:solidFill>
                          <a:latin typeface="Arial" panose="020B0604020202020204" pitchFamily="34" charset="0"/>
                          <a:cs typeface="Arial" panose="020B0604020202020204" pitchFamily="34" charset="0"/>
                        </a:rPr>
                        <a:t>To hide the guides click on the </a:t>
                      </a:r>
                      <a:r>
                        <a:rPr lang="en-US" sz="1800" b="1" baseline="0" noProof="0" dirty="0">
                          <a:solidFill>
                            <a:srgbClr val="D9D9D9"/>
                          </a:solidFill>
                          <a:latin typeface="Arial" panose="020B0604020202020204" pitchFamily="34" charset="0"/>
                          <a:cs typeface="Arial" panose="020B0604020202020204" pitchFamily="34" charset="0"/>
                        </a:rPr>
                        <a:t>Home</a:t>
                      </a:r>
                      <a:r>
                        <a:rPr lang="en-US" sz="1800" baseline="0" noProof="0" dirty="0">
                          <a:solidFill>
                            <a:srgbClr val="D9D9D9"/>
                          </a:solidFill>
                          <a:latin typeface="Arial" panose="020B0604020202020204" pitchFamily="34" charset="0"/>
                          <a:cs typeface="Arial" panose="020B0604020202020204" pitchFamily="34" charset="0"/>
                        </a:rPr>
                        <a:t> tab (top of the screen) and then click on the </a:t>
                      </a:r>
                      <a:r>
                        <a:rPr lang="en-US" sz="1800" b="1" baseline="0" noProof="0" dirty="0">
                          <a:solidFill>
                            <a:srgbClr val="D9D9D9"/>
                          </a:solidFill>
                          <a:latin typeface="Arial" panose="020B0604020202020204" pitchFamily="34" charset="0"/>
                          <a:cs typeface="Arial" panose="020B0604020202020204" pitchFamily="34" charset="0"/>
                        </a:rPr>
                        <a:t>Layout</a:t>
                      </a:r>
                      <a:r>
                        <a:rPr lang="en-US" sz="1800" baseline="0" noProof="0" dirty="0">
                          <a:solidFill>
                            <a:srgbClr val="D9D9D9"/>
                          </a:solidFill>
                          <a:latin typeface="Arial" panose="020B0604020202020204" pitchFamily="34" charset="0"/>
                          <a:cs typeface="Arial" panose="020B0604020202020204" pitchFamily="34" charset="0"/>
                        </a:rPr>
                        <a:t> button below to see the available layouts. Choose the </a:t>
                      </a:r>
                      <a:r>
                        <a:rPr lang="en-US" sz="1800" b="1" baseline="0" noProof="0" dirty="0">
                          <a:solidFill>
                            <a:srgbClr val="D9D9D9"/>
                          </a:solidFill>
                          <a:latin typeface="Arial" panose="020B0604020202020204" pitchFamily="34" charset="0"/>
                          <a:cs typeface="Arial" panose="020B0604020202020204" pitchFamily="34" charset="0"/>
                        </a:rPr>
                        <a:t>Without Guides </a:t>
                      </a:r>
                      <a:r>
                        <a:rPr lang="en-US" sz="1800" b="0" baseline="0" noProof="0" dirty="0">
                          <a:solidFill>
                            <a:srgbClr val="D9D9D9"/>
                          </a:solidFill>
                          <a:latin typeface="Arial" panose="020B0604020202020204" pitchFamily="34" charset="0"/>
                          <a:cs typeface="Arial" panose="020B0604020202020204" pitchFamily="34" charset="0"/>
                        </a:rPr>
                        <a:t>layout</a:t>
                      </a:r>
                      <a:r>
                        <a:rPr lang="en-US" sz="1800" baseline="0" noProof="0" dirty="0">
                          <a:solidFill>
                            <a:srgbClr val="D9D9D9"/>
                          </a:solidFill>
                          <a:latin typeface="Arial" panose="020B0604020202020204" pitchFamily="34" charset="0"/>
                          <a:cs typeface="Arial" panose="020B0604020202020204" pitchFamily="34" charset="0"/>
                        </a:rPr>
                        <a:t>.</a:t>
                      </a:r>
                      <a:endParaRPr lang="en-US" sz="18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c rowSpan="2" h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3200" b="1" noProof="0">
                          <a:solidFill>
                            <a:srgbClr val="FFC000"/>
                          </a:solidFill>
                          <a:latin typeface="Arial" panose="020B0604020202020204" pitchFamily="34" charset="0"/>
                          <a:cs typeface="Arial" panose="020B0604020202020204" pitchFamily="34" charset="0"/>
                        </a:rPr>
                        <a:t>How to hide the QUICK START GUIDE bars from the sides of the template</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800" noProof="0">
                          <a:solidFill>
                            <a:srgbClr val="D9D9D9"/>
                          </a:solidFill>
                          <a:latin typeface="Arial" panose="020B0604020202020204" pitchFamily="34" charset="0"/>
                          <a:cs typeface="Arial" panose="020B0604020202020204" pitchFamily="34" charset="0"/>
                        </a:rPr>
                        <a:t>The Quick Start</a:t>
                      </a:r>
                      <a:r>
                        <a:rPr lang="en-US" sz="2800" baseline="0" noProof="0">
                          <a:solidFill>
                            <a:srgbClr val="D9D9D9"/>
                          </a:solidFill>
                          <a:latin typeface="Arial" panose="020B0604020202020204" pitchFamily="34" charset="0"/>
                          <a:cs typeface="Arial" panose="020B0604020202020204" pitchFamily="34" charset="0"/>
                        </a:rPr>
                        <a:t> Guides</a:t>
                      </a:r>
                      <a:r>
                        <a:rPr lang="en-US" sz="2800" noProof="0">
                          <a:solidFill>
                            <a:srgbClr val="D9D9D9"/>
                          </a:solidFill>
                          <a:latin typeface="Arial" panose="020B0604020202020204" pitchFamily="34" charset="0"/>
                          <a:cs typeface="Arial" panose="020B0604020202020204" pitchFamily="34" charset="0"/>
                        </a:rPr>
                        <a:t> </a:t>
                      </a:r>
                      <a:r>
                        <a:rPr lang="en-US" sz="2800" u="sng" noProof="0">
                          <a:solidFill>
                            <a:srgbClr val="D9D9D9"/>
                          </a:solidFill>
                          <a:latin typeface="Arial" panose="020B0604020202020204" pitchFamily="34" charset="0"/>
                          <a:cs typeface="Arial" panose="020B0604020202020204" pitchFamily="34" charset="0"/>
                        </a:rPr>
                        <a:t>are outside the template’s printable area</a:t>
                      </a:r>
                      <a:r>
                        <a:rPr lang="en-US" sz="2800" noProof="0">
                          <a:solidFill>
                            <a:srgbClr val="D9D9D9"/>
                          </a:solidFill>
                          <a:latin typeface="Arial" panose="020B0604020202020204" pitchFamily="34" charset="0"/>
                          <a:cs typeface="Arial" panose="020B0604020202020204" pitchFamily="34" charset="0"/>
                        </a:rPr>
                        <a:t> and they will not be on the printed poster</a:t>
                      </a:r>
                      <a:r>
                        <a:rPr lang="en-US" sz="2800" baseline="0" noProof="0">
                          <a:solidFill>
                            <a:srgbClr val="D9D9D9"/>
                          </a:solidFill>
                          <a:latin typeface="Arial" panose="020B0604020202020204" pitchFamily="34" charset="0"/>
                          <a:cs typeface="Arial" panose="020B0604020202020204" pitchFamily="34" charset="0"/>
                        </a:rPr>
                        <a:t>. </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800" baseline="0" noProof="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800" baseline="0" noProof="0">
                          <a:solidFill>
                            <a:srgbClr val="D9D9D9"/>
                          </a:solidFill>
                          <a:latin typeface="Arial" panose="020B0604020202020204" pitchFamily="34" charset="0"/>
                          <a:cs typeface="Arial" panose="020B0604020202020204" pitchFamily="34" charset="0"/>
                        </a:rPr>
                        <a:t>If you create a PDF file from your template, the guides will not be included.</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800" baseline="0" noProof="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800" baseline="0" noProof="0">
                          <a:solidFill>
                            <a:srgbClr val="D9D9D9"/>
                          </a:solidFill>
                          <a:latin typeface="Arial" panose="020B0604020202020204" pitchFamily="34" charset="0"/>
                          <a:cs typeface="Arial" panose="020B0604020202020204" pitchFamily="34" charset="0"/>
                        </a:rPr>
                        <a:t>To hide the guides click on the </a:t>
                      </a:r>
                      <a:r>
                        <a:rPr lang="en-US" sz="2800" b="1" baseline="0" noProof="0">
                          <a:solidFill>
                            <a:srgbClr val="D9D9D9"/>
                          </a:solidFill>
                          <a:latin typeface="Arial" panose="020B0604020202020204" pitchFamily="34" charset="0"/>
                          <a:cs typeface="Arial" panose="020B0604020202020204" pitchFamily="34" charset="0"/>
                        </a:rPr>
                        <a:t>Home</a:t>
                      </a:r>
                      <a:r>
                        <a:rPr lang="en-US" sz="2800" baseline="0" noProof="0">
                          <a:solidFill>
                            <a:srgbClr val="D9D9D9"/>
                          </a:solidFill>
                          <a:latin typeface="Arial" panose="020B0604020202020204" pitchFamily="34" charset="0"/>
                          <a:cs typeface="Arial" panose="020B0604020202020204" pitchFamily="34" charset="0"/>
                        </a:rPr>
                        <a:t> tab (top of the screen) and then click on the </a:t>
                      </a:r>
                      <a:r>
                        <a:rPr lang="en-US" sz="2800" b="1" baseline="0" noProof="0">
                          <a:solidFill>
                            <a:srgbClr val="D9D9D9"/>
                          </a:solidFill>
                          <a:latin typeface="Arial" panose="020B0604020202020204" pitchFamily="34" charset="0"/>
                          <a:cs typeface="Arial" panose="020B0604020202020204" pitchFamily="34" charset="0"/>
                        </a:rPr>
                        <a:t>Layout</a:t>
                      </a:r>
                      <a:r>
                        <a:rPr lang="en-US" sz="2800" baseline="0" noProof="0">
                          <a:solidFill>
                            <a:srgbClr val="D9D9D9"/>
                          </a:solidFill>
                          <a:latin typeface="Arial" panose="020B0604020202020204" pitchFamily="34" charset="0"/>
                          <a:cs typeface="Arial" panose="020B0604020202020204" pitchFamily="34" charset="0"/>
                        </a:rPr>
                        <a:t> button below to see the available layouts. Choose the </a:t>
                      </a:r>
                      <a:r>
                        <a:rPr lang="en-US" sz="2800" b="1" baseline="0" noProof="0">
                          <a:solidFill>
                            <a:srgbClr val="D9D9D9"/>
                          </a:solidFill>
                          <a:latin typeface="Arial" panose="020B0604020202020204" pitchFamily="34" charset="0"/>
                          <a:cs typeface="Arial" panose="020B0604020202020204" pitchFamily="34" charset="0"/>
                        </a:rPr>
                        <a:t>Without Guides </a:t>
                      </a:r>
                      <a:r>
                        <a:rPr lang="en-US" sz="2800" b="0" baseline="0" noProof="0">
                          <a:solidFill>
                            <a:srgbClr val="D9D9D9"/>
                          </a:solidFill>
                          <a:latin typeface="Arial" panose="020B0604020202020204" pitchFamily="34" charset="0"/>
                          <a:cs typeface="Arial" panose="020B0604020202020204" pitchFamily="34" charset="0"/>
                        </a:rPr>
                        <a:t>layout</a:t>
                      </a:r>
                      <a:r>
                        <a:rPr lang="en-US" sz="2800" baseline="0" noProof="0">
                          <a:solidFill>
                            <a:srgbClr val="D9D9D9"/>
                          </a:solidFill>
                          <a:latin typeface="Arial" panose="020B0604020202020204" pitchFamily="34" charset="0"/>
                          <a:cs typeface="Arial" panose="020B0604020202020204" pitchFamily="34" charset="0"/>
                        </a:rPr>
                        <a:t>.</a:t>
                      </a:r>
                      <a:endParaRPr lang="en-US" sz="28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5"/>
                  </a:ext>
                </a:extLst>
              </a:tr>
              <a:tr h="5508563">
                <a:tc>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0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c gridSpan="2" v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8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c hMerge="1" vMerge="1">
                  <a:txBody>
                    <a:bodyPr/>
                    <a:lstStyle/>
                    <a:p>
                      <a:endParaRPr lang="en-US"/>
                    </a:p>
                  </a:txBody>
                  <a:tcPr/>
                </a:tc>
                <a:extLst>
                  <a:ext uri="{0D108BD9-81ED-4DB2-BD59-A6C34878D82A}">
                    <a16:rowId xmlns:a16="http://schemas.microsoft.com/office/drawing/2014/main" val="1766341567"/>
                  </a:ext>
                </a:extLst>
              </a:tr>
              <a:tr h="4679433">
                <a:tc>
                  <a:txBody>
                    <a:bodyPr/>
                    <a:lstStyle/>
                    <a:p>
                      <a:pPr rtl="0"/>
                      <a:r>
                        <a:rPr lang="en-US" sz="2400" b="1" dirty="0">
                          <a:solidFill>
                            <a:srgbClr val="FFC000"/>
                          </a:solidFill>
                          <a:latin typeface="Arial" panose="020B0604020202020204" pitchFamily="34" charset="0"/>
                          <a:cs typeface="Arial" panose="020B0604020202020204" pitchFamily="34" charset="0"/>
                        </a:rPr>
                        <a:t>How to</a:t>
                      </a:r>
                      <a:r>
                        <a:rPr lang="en-US" sz="2400" b="1" baseline="0" dirty="0">
                          <a:solidFill>
                            <a:srgbClr val="FFC000"/>
                          </a:solidFill>
                          <a:latin typeface="Arial" panose="020B0604020202020204" pitchFamily="34" charset="0"/>
                          <a:cs typeface="Arial" panose="020B0604020202020204" pitchFamily="34" charset="0"/>
                        </a:rPr>
                        <a:t> preview your poster prior to printing</a:t>
                      </a:r>
                      <a:endParaRPr lang="en-US" sz="2400" b="1" dirty="0">
                        <a:solidFill>
                          <a:srgbClr val="FFC000"/>
                        </a:solidFill>
                        <a:latin typeface="Arial" panose="020B0604020202020204" pitchFamily="34" charset="0"/>
                        <a:cs typeface="Arial" panose="020B0604020202020204" pitchFamily="34" charset="0"/>
                      </a:endParaRPr>
                    </a:p>
                    <a:p>
                      <a:pPr rtl="0"/>
                      <a:r>
                        <a:rPr lang="en-US" sz="2000" dirty="0">
                          <a:solidFill>
                            <a:srgbClr val="D9D9D9"/>
                          </a:solidFill>
                          <a:latin typeface="Arial" panose="020B0604020202020204" pitchFamily="34" charset="0"/>
                          <a:cs typeface="Arial" panose="020B0604020202020204" pitchFamily="34" charset="0"/>
                        </a:rPr>
                        <a:t>You can preview your poster at any time by pressing the </a:t>
                      </a:r>
                      <a:r>
                        <a:rPr lang="en-US" sz="2000" dirty="0">
                          <a:solidFill>
                            <a:srgbClr val="FFC000"/>
                          </a:solidFill>
                          <a:latin typeface="Arial" panose="020B0604020202020204" pitchFamily="34" charset="0"/>
                          <a:cs typeface="Arial" panose="020B0604020202020204" pitchFamily="34" charset="0"/>
                        </a:rPr>
                        <a:t>F5 key</a:t>
                      </a:r>
                      <a:r>
                        <a:rPr lang="en-US" sz="2000" dirty="0">
                          <a:solidFill>
                            <a:srgbClr val="D9D9D9"/>
                          </a:solidFill>
                          <a:latin typeface="Arial" panose="020B0604020202020204" pitchFamily="34" charset="0"/>
                          <a:cs typeface="Arial" panose="020B0604020202020204" pitchFamily="34" charset="0"/>
                        </a:rPr>
                        <a:t> on your keyboard. You will see on the screen what's on your poster and how it should look when printed. Press the </a:t>
                      </a:r>
                      <a:r>
                        <a:rPr lang="en-US" sz="2000" dirty="0">
                          <a:solidFill>
                            <a:srgbClr val="FFC000"/>
                          </a:solidFill>
                          <a:latin typeface="Arial" panose="020B0604020202020204" pitchFamily="34" charset="0"/>
                          <a:cs typeface="Arial" panose="020B0604020202020204" pitchFamily="34" charset="0"/>
                        </a:rPr>
                        <a:t>ESC key </a:t>
                      </a:r>
                      <a:r>
                        <a:rPr lang="en-US" sz="2000" dirty="0">
                          <a:solidFill>
                            <a:srgbClr val="D9D9D9"/>
                          </a:solidFill>
                          <a:latin typeface="Arial" panose="020B0604020202020204" pitchFamily="34" charset="0"/>
                          <a:cs typeface="Arial" panose="020B0604020202020204" pitchFamily="34" charset="0"/>
                        </a:rPr>
                        <a:t>to exit Preview.</a:t>
                      </a:r>
                    </a:p>
                  </a:txBody>
                  <a:tcPr marL="182880" marT="137160">
                    <a:solidFill>
                      <a:srgbClr val="010101"/>
                    </a:solidFill>
                  </a:tcPr>
                </a:tc>
                <a:tc gridSpan="2">
                  <a:txBody>
                    <a:bodyPr/>
                    <a:lstStyle/>
                    <a:p>
                      <a:pPr rtl="0"/>
                      <a:r>
                        <a:rPr lang="en-US" sz="8800" b="1" dirty="0">
                          <a:solidFill>
                            <a:srgbClr val="D9D9D9"/>
                          </a:solidFill>
                          <a:latin typeface="Arial" panose="020B0604020202020204" pitchFamily="34" charset="0"/>
                          <a:cs typeface="Arial" panose="020B0604020202020204" pitchFamily="34" charset="0"/>
                        </a:rPr>
                        <a:t>F5</a:t>
                      </a:r>
                      <a:r>
                        <a:rPr lang="en-US" sz="1800" baseline="0" dirty="0">
                          <a:solidFill>
                            <a:srgbClr val="D9D9D9"/>
                          </a:solidFill>
                          <a:latin typeface="Arial" panose="020B0604020202020204" pitchFamily="34" charset="0"/>
                          <a:cs typeface="Arial" panose="020B0604020202020204" pitchFamily="34" charset="0"/>
                        </a:rPr>
                        <a:t> </a:t>
                      </a:r>
                      <a:endParaRPr lang="en-US" sz="1800" dirty="0">
                        <a:solidFill>
                          <a:srgbClr val="D9D9D9"/>
                        </a:solidFill>
                        <a:latin typeface="Arial" panose="020B0604020202020204" pitchFamily="34" charset="0"/>
                        <a:cs typeface="Arial" panose="020B0604020202020204" pitchFamily="34" charset="0"/>
                      </a:endParaRPr>
                    </a:p>
                  </a:txBody>
                  <a:tcPr marL="182880" marT="137160">
                    <a:solidFill>
                      <a:schemeClr val="tx1">
                        <a:lumMod val="95000"/>
                        <a:lumOff val="5000"/>
                      </a:schemeClr>
                    </a:solidFill>
                  </a:tcPr>
                </a:tc>
                <a:tc hMerge="1">
                  <a:txBody>
                    <a:bodyPr/>
                    <a:lstStyle/>
                    <a:p>
                      <a:pPr algn="ctr"/>
                      <a:r>
                        <a:rPr lang="en-US" sz="13800" b="1" dirty="0">
                          <a:solidFill>
                            <a:srgbClr val="D9D9D9"/>
                          </a:solidFill>
                          <a:latin typeface="Arial" panose="020B0604020202020204" pitchFamily="34" charset="0"/>
                          <a:cs typeface="Arial" panose="020B0604020202020204" pitchFamily="34" charset="0"/>
                        </a:rPr>
                        <a:t>F5</a:t>
                      </a:r>
                      <a:r>
                        <a:rPr lang="en-US" sz="2800" baseline="0" dirty="0">
                          <a:solidFill>
                            <a:srgbClr val="D9D9D9"/>
                          </a:solidFill>
                          <a:latin typeface="Arial" panose="020B0604020202020204" pitchFamily="34" charset="0"/>
                          <a:cs typeface="Arial" panose="020B0604020202020204" pitchFamily="34" charset="0"/>
                        </a:rPr>
                        <a:t> </a:t>
                      </a:r>
                      <a:endParaRPr lang="en-US" sz="6000" dirty="0"/>
                    </a:p>
                  </a:txBody>
                  <a:tcPr marL="182880" marT="137160" anchor="ctr">
                    <a:solidFill>
                      <a:schemeClr val="tx1">
                        <a:lumMod val="95000"/>
                        <a:lumOff val="5000"/>
                      </a:schemeClr>
                    </a:solidFill>
                  </a:tcPr>
                </a:tc>
                <a:extLst>
                  <a:ext uri="{0D108BD9-81ED-4DB2-BD59-A6C34878D82A}">
                    <a16:rowId xmlns:a16="http://schemas.microsoft.com/office/drawing/2014/main" val="10006"/>
                  </a:ext>
                </a:extLst>
              </a:tr>
              <a:tr h="5369361">
                <a:tc gridSpan="3">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000" b="1" noProof="0" dirty="0">
                          <a:solidFill>
                            <a:srgbClr val="FFC000"/>
                          </a:solidFill>
                          <a:latin typeface="Arial"/>
                          <a:cs typeface="Arial"/>
                        </a:rPr>
                        <a:t>How to print your poster</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1800" noProof="0" dirty="0">
                          <a:solidFill>
                            <a:srgbClr val="D9D9D9"/>
                          </a:solidFill>
                          <a:latin typeface="Arial"/>
                          <a:cs typeface="Arial"/>
                        </a:rPr>
                        <a:t>When you are ready to have your poster printed go online to </a:t>
                      </a:r>
                      <a:r>
                        <a:rPr lang="en-US" sz="1800" noProof="0" dirty="0" err="1">
                          <a:solidFill>
                            <a:srgbClr val="FFC000"/>
                          </a:solidFill>
                          <a:latin typeface="Arial"/>
                          <a:cs typeface="Arial"/>
                        </a:rPr>
                        <a:t>PosterPresentations.com</a:t>
                      </a:r>
                      <a:r>
                        <a:rPr lang="en-US" sz="1800" noProof="0" dirty="0">
                          <a:solidFill>
                            <a:srgbClr val="D9D9D9"/>
                          </a:solidFill>
                          <a:latin typeface="Arial"/>
                          <a:cs typeface="Arial"/>
                        </a:rPr>
                        <a:t> and click on the "</a:t>
                      </a:r>
                      <a:r>
                        <a:rPr lang="en-US" sz="1800" noProof="0" dirty="0">
                          <a:solidFill>
                            <a:srgbClr val="FFC000"/>
                          </a:solidFill>
                          <a:latin typeface="Arial"/>
                          <a:cs typeface="Arial"/>
                        </a:rPr>
                        <a:t>Order Your Poster</a:t>
                      </a:r>
                      <a:r>
                        <a:rPr lang="en-US" sz="1800" noProof="0" dirty="0">
                          <a:solidFill>
                            <a:srgbClr val="D9D9D9"/>
                          </a:solidFill>
                          <a:latin typeface="Arial"/>
                          <a:cs typeface="Arial"/>
                        </a:rPr>
                        <a:t>" button. You can have your poster printed on professional papers, fabric for easy traveling and a variety of other materials. </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1800" noProof="0" dirty="0">
                          <a:solidFill>
                            <a:srgbClr val="D9D9D9"/>
                          </a:solidFill>
                          <a:latin typeface="Arial"/>
                          <a:cs typeface="Arial"/>
                        </a:rPr>
                        <a:t>If you submit a PowerPoint document, you will be receiving a PDF proof for your approval prior to printing. If your order is placed and paid for before noon (Pacific time) Monday-Friday, your order will ship out that same day. FedEx Next day, Second day, Third day, and Free Ground services are offered. </a:t>
                      </a:r>
                    </a:p>
                    <a:p>
                      <a:pPr marL="0" marR="0" lvl="0" indent="0" algn="l" defTabSz="114300" rtl="0" eaLnBrk="1" fontAlgn="auto" latinLnBrk="0" hangingPunct="1">
                        <a:lnSpc>
                          <a:spcPct val="100000"/>
                        </a:lnSpc>
                        <a:spcBef>
                          <a:spcPts val="0"/>
                        </a:spcBef>
                        <a:spcAft>
                          <a:spcPts val="0"/>
                        </a:spcAft>
                        <a:buClrTx/>
                        <a:buSzTx/>
                        <a:buFontTx/>
                        <a:buNone/>
                        <a:tabLst/>
                        <a:defRPr/>
                      </a:pPr>
                      <a:br>
                        <a:rPr lang="en-US" sz="1800" noProof="0" dirty="0">
                          <a:solidFill>
                            <a:srgbClr val="D9D9D9"/>
                          </a:solidFill>
                          <a:latin typeface="Arial"/>
                          <a:cs typeface="Arial"/>
                        </a:rPr>
                      </a:br>
                      <a:r>
                        <a:rPr lang="en-US" sz="1800" noProof="0" dirty="0">
                          <a:solidFill>
                            <a:srgbClr val="D9D9D9"/>
                          </a:solidFill>
                          <a:latin typeface="Arial"/>
                          <a:cs typeface="Arial"/>
                        </a:rPr>
                        <a:t>Go to </a:t>
                      </a:r>
                      <a:r>
                        <a:rPr lang="en-US" sz="1800" noProof="0" dirty="0" err="1">
                          <a:solidFill>
                            <a:srgbClr val="FFC000"/>
                          </a:solidFill>
                          <a:latin typeface="Arial"/>
                          <a:cs typeface="Arial"/>
                        </a:rPr>
                        <a:t>PosterPresentations.com</a:t>
                      </a:r>
                      <a:r>
                        <a:rPr lang="en-US" sz="1800" noProof="0" dirty="0">
                          <a:solidFill>
                            <a:srgbClr val="D9D9D9"/>
                          </a:solidFill>
                          <a:latin typeface="Arial"/>
                          <a:cs typeface="Arial"/>
                        </a:rPr>
                        <a:t> for more information.</a:t>
                      </a:r>
                    </a:p>
                  </a:txBody>
                  <a:tcPr marL="182880" marT="137160">
                    <a:solidFill>
                      <a:srgbClr val="01010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7"/>
                  </a:ext>
                </a:extLst>
              </a:tr>
              <a:tr h="1059070">
                <a:tc gridSpan="3">
                  <a:txBody>
                    <a:bodyPr/>
                    <a:lstStyle/>
                    <a:p>
                      <a:endParaRPr lang="en-US" sz="1800" dirty="0">
                        <a:solidFill>
                          <a:srgbClr val="1F3A4E"/>
                        </a:solidFill>
                      </a:endParaRPr>
                    </a:p>
                  </a:txBody>
                  <a:tcPr marL="182880" marT="137160">
                    <a:blipFill dpi="0" rotWithShape="1">
                      <a:blip r:embed="rId9">
                        <a:extLst>
                          <a:ext uri="{28A0092B-C50C-407E-A947-70E740481C1C}">
                            <a14:useLocalDpi xmlns:a14="http://schemas.microsoft.com/office/drawing/2010/main" val="0"/>
                          </a:ext>
                        </a:extLst>
                      </a:blip>
                      <a:srcRect/>
                      <a:stretch>
                        <a:fillRect/>
                      </a:stretch>
                    </a:blip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8"/>
                  </a:ext>
                </a:extLst>
              </a:tr>
              <a:tr h="824517">
                <a:tc gridSpan="2">
                  <a:txBody>
                    <a:bodyPr/>
                    <a:lstStyle/>
                    <a:p>
                      <a:pPr>
                        <a:lnSpc>
                          <a:spcPts val="2600"/>
                        </a:lnSpc>
                      </a:pPr>
                      <a:r>
                        <a:rPr lang="en-US" sz="1800" dirty="0">
                          <a:solidFill>
                            <a:schemeClr val="bg1">
                              <a:lumMod val="85000"/>
                            </a:schemeClr>
                          </a:solidFill>
                          <a:latin typeface="Arial"/>
                          <a:cs typeface="Arial"/>
                        </a:rPr>
                        <a:t>© 2019</a:t>
                      </a:r>
                      <a:r>
                        <a:rPr lang="en-US" sz="1800" baseline="0" dirty="0">
                          <a:solidFill>
                            <a:schemeClr val="bg1">
                              <a:lumMod val="85000"/>
                            </a:schemeClr>
                          </a:solidFill>
                          <a:latin typeface="Arial"/>
                          <a:cs typeface="Arial"/>
                        </a:rPr>
                        <a:t> </a:t>
                      </a:r>
                      <a:r>
                        <a:rPr lang="en-US" sz="1800" dirty="0" err="1">
                          <a:solidFill>
                            <a:schemeClr val="bg1">
                              <a:lumMod val="85000"/>
                            </a:schemeClr>
                          </a:solidFill>
                          <a:latin typeface="Arial"/>
                          <a:cs typeface="Arial"/>
                        </a:rPr>
                        <a:t>PosterPresentations.com</a:t>
                      </a:r>
                      <a:br>
                        <a:rPr lang="en-US" sz="1800" dirty="0">
                          <a:solidFill>
                            <a:schemeClr val="bg1">
                              <a:lumMod val="85000"/>
                            </a:schemeClr>
                          </a:solidFill>
                          <a:latin typeface="Arial"/>
                          <a:cs typeface="Arial"/>
                        </a:rPr>
                      </a:br>
                      <a:r>
                        <a:rPr lang="en-US" sz="1800" dirty="0">
                          <a:solidFill>
                            <a:schemeClr val="bg1">
                              <a:lumMod val="85000"/>
                            </a:schemeClr>
                          </a:solidFill>
                          <a:latin typeface="Arial"/>
                          <a:cs typeface="Arial"/>
                        </a:rPr>
                        <a:t>2117 Fourth Street ,</a:t>
                      </a:r>
                      <a:r>
                        <a:rPr lang="en-US" sz="1800" baseline="0" dirty="0">
                          <a:solidFill>
                            <a:schemeClr val="bg1">
                              <a:lumMod val="85000"/>
                            </a:schemeClr>
                          </a:solidFill>
                          <a:latin typeface="Arial"/>
                          <a:cs typeface="Arial"/>
                        </a:rPr>
                        <a:t> STE C        </a:t>
                      </a:r>
                    </a:p>
                    <a:p>
                      <a:pPr>
                        <a:lnSpc>
                          <a:spcPts val="2600"/>
                        </a:lnSpc>
                      </a:pPr>
                      <a:r>
                        <a:rPr lang="en-US" sz="1800" baseline="0" dirty="0">
                          <a:solidFill>
                            <a:schemeClr val="bg1">
                              <a:lumMod val="85000"/>
                            </a:schemeClr>
                          </a:solidFill>
                          <a:latin typeface="Arial"/>
                          <a:cs typeface="Arial"/>
                        </a:rPr>
                        <a:t>Berkeley CA 94710 USA</a:t>
                      </a:r>
                      <a:endParaRPr lang="en-US" sz="1800" dirty="0">
                        <a:solidFill>
                          <a:schemeClr val="bg1">
                            <a:lumMod val="85000"/>
                          </a:schemeClr>
                        </a:solidFill>
                        <a:latin typeface="Arial"/>
                        <a:cs typeface="Arial"/>
                      </a:endParaRPr>
                    </a:p>
                  </a:txBody>
                  <a:tcPr marL="182880" marT="137160">
                    <a:solidFill>
                      <a:srgbClr val="010101"/>
                    </a:solidFill>
                  </a:tcPr>
                </a:tc>
                <a:tc hMerge="1">
                  <a:txBody>
                    <a:bodyPr/>
                    <a:lstStyle/>
                    <a:p>
                      <a:pPr>
                        <a:lnSpc>
                          <a:spcPts val="2600"/>
                        </a:lnSpc>
                      </a:pPr>
                      <a:endParaRPr lang="en-US" sz="2400" dirty="0">
                        <a:solidFill>
                          <a:schemeClr val="bg1">
                            <a:lumMod val="85000"/>
                          </a:schemeClr>
                        </a:solidFill>
                        <a:latin typeface="Arial"/>
                        <a:cs typeface="Arial"/>
                      </a:endParaRPr>
                    </a:p>
                  </a:txBody>
                  <a:tcPr marL="182880" marT="137160">
                    <a:solidFill>
                      <a:srgbClr val="010101"/>
                    </a:solidFill>
                  </a:tcPr>
                </a:tc>
                <a:tc>
                  <a:txBody>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1800" b="1" dirty="0">
                          <a:solidFill>
                            <a:srgbClr val="D0D0D0"/>
                          </a:solidFill>
                          <a:latin typeface="Arial"/>
                          <a:cs typeface="Arial"/>
                        </a:rPr>
                        <a:t>For complete tutorials</a:t>
                      </a:r>
                      <a:r>
                        <a:rPr lang="en-US" sz="1800" b="1" baseline="0" dirty="0">
                          <a:solidFill>
                            <a:srgbClr val="D0D0D0"/>
                          </a:solidFill>
                          <a:latin typeface="Arial"/>
                          <a:cs typeface="Arial"/>
                        </a:rPr>
                        <a:t> visit:</a:t>
                      </a:r>
                    </a:p>
                    <a:p>
                      <a:pPr marL="0" marR="0" indent="0" algn="l" defTabSz="4388900" rtl="0" eaLnBrk="1" fontAlgn="auto" latinLnBrk="0" hangingPunct="1">
                        <a:lnSpc>
                          <a:spcPct val="100000"/>
                        </a:lnSpc>
                        <a:spcBef>
                          <a:spcPts val="0"/>
                        </a:spcBef>
                        <a:spcAft>
                          <a:spcPts val="0"/>
                        </a:spcAft>
                        <a:buClrTx/>
                        <a:buSzTx/>
                        <a:buFontTx/>
                        <a:buNone/>
                        <a:tabLst/>
                        <a:defRPr/>
                      </a:pPr>
                      <a:r>
                        <a:rPr lang="en-US" sz="1400" b="1" dirty="0">
                          <a:solidFill>
                            <a:srgbClr val="FFC000"/>
                          </a:solidFill>
                          <a:latin typeface="Arial"/>
                          <a:cs typeface="Arial"/>
                        </a:rPr>
                        <a:t>https://</a:t>
                      </a:r>
                      <a:r>
                        <a:rPr lang="en-US" sz="1400" b="1" dirty="0" err="1">
                          <a:solidFill>
                            <a:srgbClr val="FFC000"/>
                          </a:solidFill>
                          <a:latin typeface="Arial"/>
                          <a:cs typeface="Arial"/>
                        </a:rPr>
                        <a:t>www.posterpresentations.com</a:t>
                      </a:r>
                      <a:r>
                        <a:rPr lang="en-US" sz="1400" b="1" dirty="0">
                          <a:solidFill>
                            <a:srgbClr val="FFC000"/>
                          </a:solidFill>
                          <a:latin typeface="Arial"/>
                          <a:cs typeface="Arial"/>
                        </a:rPr>
                        <a:t>/</a:t>
                      </a:r>
                      <a:r>
                        <a:rPr lang="en-US" sz="1400" b="1" dirty="0" err="1">
                          <a:solidFill>
                            <a:srgbClr val="FFC000"/>
                          </a:solidFill>
                          <a:latin typeface="Arial"/>
                          <a:cs typeface="Arial"/>
                        </a:rPr>
                        <a:t>helpdesk.html</a:t>
                      </a:r>
                      <a:endParaRPr lang="en-US" sz="9600" dirty="0"/>
                    </a:p>
                  </a:txBody>
                  <a:tcPr marL="182880" marT="137160">
                    <a:solidFill>
                      <a:srgbClr val="010101"/>
                    </a:solidFill>
                  </a:tcPr>
                </a:tc>
                <a:extLst>
                  <a:ext uri="{0D108BD9-81ED-4DB2-BD59-A6C34878D82A}">
                    <a16:rowId xmlns:a16="http://schemas.microsoft.com/office/drawing/2014/main" val="10009"/>
                  </a:ext>
                </a:extLst>
              </a:tr>
            </a:tbl>
          </a:graphicData>
        </a:graphic>
      </p:graphicFrame>
    </p:spTree>
  </p:cSld>
  <p:clrMap bg1="lt1" tx1="dk1" bg2="lt2" tx2="dk2" accent1="accent1" accent2="accent2" accent3="accent3" accent4="accent4" accent5="accent5" accent6="accent6" hlink="hlink" folHlink="folHlink"/>
  <p:sldLayoutIdLst>
    <p:sldLayoutId id="2147483654" r:id="rId1"/>
  </p:sldLayoutIdLst>
  <p:txStyles>
    <p:titleStyle>
      <a:lvl1pPr algn="ctr" defTabSz="3038715" rtl="0" eaLnBrk="1" latinLnBrk="0" hangingPunct="1">
        <a:spcBef>
          <a:spcPct val="0"/>
        </a:spcBef>
        <a:buNone/>
        <a:defRPr sz="6000" kern="1200">
          <a:solidFill>
            <a:schemeClr val="bg1"/>
          </a:solidFill>
          <a:latin typeface="Trebuchet MS" pitchFamily="34" charset="0"/>
          <a:ea typeface="+mj-ea"/>
          <a:cs typeface="+mj-cs"/>
        </a:defRPr>
      </a:lvl1pPr>
    </p:titleStyle>
    <p:bodyStyle>
      <a:lvl1pPr marL="1139518" indent="-1139518" algn="l" defTabSz="3038715" rtl="0" eaLnBrk="1" latinLnBrk="0" hangingPunct="1">
        <a:spcBef>
          <a:spcPct val="20000"/>
        </a:spcBef>
        <a:buFont typeface="Arial" pitchFamily="34" charset="0"/>
        <a:buChar char="•"/>
        <a:defRPr sz="10600" kern="1200">
          <a:solidFill>
            <a:schemeClr val="tx1"/>
          </a:solidFill>
          <a:latin typeface="+mn-lt"/>
          <a:ea typeface="+mn-ea"/>
          <a:cs typeface="+mn-cs"/>
        </a:defRPr>
      </a:lvl1pPr>
      <a:lvl2pPr marL="2468955" indent="-949598" algn="l" defTabSz="3038715" rtl="0" eaLnBrk="1" latinLnBrk="0" hangingPunct="1">
        <a:spcBef>
          <a:spcPct val="20000"/>
        </a:spcBef>
        <a:buFont typeface="Arial" pitchFamily="34" charset="0"/>
        <a:buChar char="–"/>
        <a:defRPr sz="9400" kern="1200">
          <a:solidFill>
            <a:schemeClr val="tx1"/>
          </a:solidFill>
          <a:latin typeface="+mn-lt"/>
          <a:ea typeface="+mn-ea"/>
          <a:cs typeface="+mn-cs"/>
        </a:defRPr>
      </a:lvl2pPr>
      <a:lvl3pPr marL="3798394" indent="-759679" algn="l" defTabSz="3038715" rtl="0" eaLnBrk="1" latinLnBrk="0" hangingPunct="1">
        <a:spcBef>
          <a:spcPct val="20000"/>
        </a:spcBef>
        <a:buFont typeface="Arial" pitchFamily="34" charset="0"/>
        <a:buChar char="•"/>
        <a:defRPr sz="8000" kern="1200">
          <a:solidFill>
            <a:schemeClr val="tx1"/>
          </a:solidFill>
          <a:latin typeface="+mn-lt"/>
          <a:ea typeface="+mn-ea"/>
          <a:cs typeface="+mn-cs"/>
        </a:defRPr>
      </a:lvl3pPr>
      <a:lvl4pPr marL="5317751"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4pPr>
      <a:lvl5pPr marL="6837107"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5pPr>
      <a:lvl6pPr marL="8356465"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6pPr>
      <a:lvl7pPr marL="9875821"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7pPr>
      <a:lvl8pPr marL="11395179"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8pPr>
      <a:lvl9pPr marL="12914537"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9pPr>
    </p:bodyStyle>
    <p:otherStyle>
      <a:defPPr>
        <a:defRPr lang="en-US"/>
      </a:defPPr>
      <a:lvl1pPr marL="0" algn="l" defTabSz="3038715" rtl="0" eaLnBrk="1" latinLnBrk="0" hangingPunct="1">
        <a:defRPr sz="6000" kern="1200">
          <a:solidFill>
            <a:schemeClr val="tx1"/>
          </a:solidFill>
          <a:latin typeface="+mn-lt"/>
          <a:ea typeface="+mn-ea"/>
          <a:cs typeface="+mn-cs"/>
        </a:defRPr>
      </a:lvl1pPr>
      <a:lvl2pPr marL="1519358" algn="l" defTabSz="3038715" rtl="0" eaLnBrk="1" latinLnBrk="0" hangingPunct="1">
        <a:defRPr sz="6000" kern="1200">
          <a:solidFill>
            <a:schemeClr val="tx1"/>
          </a:solidFill>
          <a:latin typeface="+mn-lt"/>
          <a:ea typeface="+mn-ea"/>
          <a:cs typeface="+mn-cs"/>
        </a:defRPr>
      </a:lvl2pPr>
      <a:lvl3pPr marL="3038715" algn="l" defTabSz="3038715" rtl="0" eaLnBrk="1" latinLnBrk="0" hangingPunct="1">
        <a:defRPr sz="6000" kern="1200">
          <a:solidFill>
            <a:schemeClr val="tx1"/>
          </a:solidFill>
          <a:latin typeface="+mn-lt"/>
          <a:ea typeface="+mn-ea"/>
          <a:cs typeface="+mn-cs"/>
        </a:defRPr>
      </a:lvl3pPr>
      <a:lvl4pPr marL="4558071" algn="l" defTabSz="3038715" rtl="0" eaLnBrk="1" latinLnBrk="0" hangingPunct="1">
        <a:defRPr sz="6000" kern="1200">
          <a:solidFill>
            <a:schemeClr val="tx1"/>
          </a:solidFill>
          <a:latin typeface="+mn-lt"/>
          <a:ea typeface="+mn-ea"/>
          <a:cs typeface="+mn-cs"/>
        </a:defRPr>
      </a:lvl4pPr>
      <a:lvl5pPr marL="6077429" algn="l" defTabSz="3038715" rtl="0" eaLnBrk="1" latinLnBrk="0" hangingPunct="1">
        <a:defRPr sz="6000" kern="1200">
          <a:solidFill>
            <a:schemeClr val="tx1"/>
          </a:solidFill>
          <a:latin typeface="+mn-lt"/>
          <a:ea typeface="+mn-ea"/>
          <a:cs typeface="+mn-cs"/>
        </a:defRPr>
      </a:lvl5pPr>
      <a:lvl6pPr marL="7596786" algn="l" defTabSz="3038715" rtl="0" eaLnBrk="1" latinLnBrk="0" hangingPunct="1">
        <a:defRPr sz="6000" kern="1200">
          <a:solidFill>
            <a:schemeClr val="tx1"/>
          </a:solidFill>
          <a:latin typeface="+mn-lt"/>
          <a:ea typeface="+mn-ea"/>
          <a:cs typeface="+mn-cs"/>
        </a:defRPr>
      </a:lvl6pPr>
      <a:lvl7pPr marL="9116145" algn="l" defTabSz="3038715" rtl="0" eaLnBrk="1" latinLnBrk="0" hangingPunct="1">
        <a:defRPr sz="6000" kern="1200">
          <a:solidFill>
            <a:schemeClr val="tx1"/>
          </a:solidFill>
          <a:latin typeface="+mn-lt"/>
          <a:ea typeface="+mn-ea"/>
          <a:cs typeface="+mn-cs"/>
        </a:defRPr>
      </a:lvl7pPr>
      <a:lvl8pPr marL="10635501" algn="l" defTabSz="3038715" rtl="0" eaLnBrk="1" latinLnBrk="0" hangingPunct="1">
        <a:defRPr sz="6000" kern="1200">
          <a:solidFill>
            <a:schemeClr val="tx1"/>
          </a:solidFill>
          <a:latin typeface="+mn-lt"/>
          <a:ea typeface="+mn-ea"/>
          <a:cs typeface="+mn-cs"/>
        </a:defRPr>
      </a:lvl8pPr>
      <a:lvl9pPr marL="12154859" algn="l" defTabSz="3038715" rtl="0" eaLnBrk="1" latinLnBrk="0" hangingPunct="1">
        <a:defRPr sz="60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geeksforgeeks.org/dsa/hash-table-data-structure/" TargetMode="External"/><Relationship Id="rId7" Type="http://schemas.openxmlformats.org/officeDocument/2006/relationships/image" Target="../media/image8.png"/><Relationship Id="rId2" Type="http://schemas.openxmlformats.org/officeDocument/2006/relationships/hyperlink" Target="https://www.geeksforgeeks.org/c/c-program-for-binary-search-tree/" TargetMode="Externa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hyperlink" Target="https://github.com/Ben-Dolliver/KIT205-618797" TargetMode="External"/><Relationship Id="rId4" Type="http://schemas.openxmlformats.org/officeDocument/2006/relationships/hyperlink" Target="https://www.youtube.com/watch?v=2Ti5yvumFTU&amp;t=354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BDE3C5F-2D7A-3CDD-27B9-5BE300E77FAC}"/>
              </a:ext>
            </a:extLst>
          </p:cNvPr>
          <p:cNvSpPr>
            <a:spLocks noGrp="1"/>
          </p:cNvSpPr>
          <p:nvPr>
            <p:ph type="body" sz="quarter" idx="10"/>
          </p:nvPr>
        </p:nvSpPr>
        <p:spPr>
          <a:xfrm>
            <a:off x="440616" y="5365571"/>
            <a:ext cx="10101856" cy="7336931"/>
          </a:xfrm>
        </p:spPr>
        <p:txBody>
          <a:bodyPr/>
          <a:lstStyle/>
          <a:p>
            <a:r>
              <a:rPr lang="en-US" dirty="0"/>
              <a:t>The Problem domain that I have decided is academic papers &amp; authors. In the space of academic tracking papers and authors can become very complicated very quickly. Moreover, traditionally this Is tracked by name which can become very confusing trying to figure out if the </a:t>
            </a:r>
            <a:r>
              <a:rPr lang="en-US" dirty="0" err="1"/>
              <a:t>J.Smith</a:t>
            </a:r>
            <a:r>
              <a:rPr lang="en-US" dirty="0"/>
              <a:t> is the same </a:t>
            </a:r>
            <a:r>
              <a:rPr lang="en-US" dirty="0" err="1"/>
              <a:t>J.Smith</a:t>
            </a:r>
            <a:r>
              <a:rPr lang="en-US" dirty="0"/>
              <a:t> on 2 different papers. This problem domain is a many-many relationship since each author can have written many papers and a paper can be written by many authors. My program’s goal is to create a database of linked Papers and Authors.  Within this program you are able to add new papers, authors, add authorship to a paper/author print all the papers an author has written, print all the authors of a specific paper and find specific papers/authors. </a:t>
            </a:r>
          </a:p>
          <a:p>
            <a:endParaRPr lang="en-US" dirty="0"/>
          </a:p>
          <a:p>
            <a:r>
              <a:rPr lang="en-US" dirty="0"/>
              <a:t>This project is particularly interesting for me because it could be expanded into many different usable applications that have not been done before. I take specific inspiration for google/google scholar, Initially I was inspired to design the program by the idea of how the internet was originally for research papers and through incremental development slowly transformed into what we have today </a:t>
            </a:r>
          </a:p>
          <a:p>
            <a:endParaRPr lang="en-US" dirty="0"/>
          </a:p>
          <a:p>
            <a:r>
              <a:rPr lang="en-US" dirty="0"/>
              <a:t>If I were to continue this project further, I would love to include a referencing structure for a chosen paper's links to other papers. Eventually this could be made into a directed graph of interlinked papers and authors which would be super interesting to see. Furthermore, alternative variables could be introduced like date and topic eventually this program could be made into its own website/search engine akin to google scholar or an AI program to interpret papers/write meta-papers.</a:t>
            </a:r>
          </a:p>
        </p:txBody>
      </p:sp>
      <p:sp>
        <p:nvSpPr>
          <p:cNvPr id="3" name="Text Placeholder 2">
            <a:extLst>
              <a:ext uri="{FF2B5EF4-FFF2-40B4-BE49-F238E27FC236}">
                <a16:creationId xmlns:a16="http://schemas.microsoft.com/office/drawing/2014/main" id="{2DE25FB6-E7A5-9676-97AB-9089EED29D5B}"/>
              </a:ext>
            </a:extLst>
          </p:cNvPr>
          <p:cNvSpPr>
            <a:spLocks noGrp="1"/>
          </p:cNvSpPr>
          <p:nvPr>
            <p:ph type="body" sz="quarter" idx="11"/>
          </p:nvPr>
        </p:nvSpPr>
        <p:spPr/>
        <p:txBody>
          <a:bodyPr/>
          <a:lstStyle/>
          <a:p>
            <a:r>
              <a:rPr lang="en-US" dirty="0"/>
              <a:t>Introduction</a:t>
            </a:r>
          </a:p>
        </p:txBody>
      </p:sp>
      <p:sp>
        <p:nvSpPr>
          <p:cNvPr id="4" name="Text Placeholder 3">
            <a:extLst>
              <a:ext uri="{FF2B5EF4-FFF2-40B4-BE49-F238E27FC236}">
                <a16:creationId xmlns:a16="http://schemas.microsoft.com/office/drawing/2014/main" id="{DF14BF24-1F53-C249-9630-EF5321B57AF7}"/>
              </a:ext>
            </a:extLst>
          </p:cNvPr>
          <p:cNvSpPr>
            <a:spLocks noGrp="1"/>
          </p:cNvSpPr>
          <p:nvPr>
            <p:ph type="body" sz="quarter" idx="20"/>
          </p:nvPr>
        </p:nvSpPr>
        <p:spPr/>
        <p:txBody>
          <a:bodyPr/>
          <a:lstStyle/>
          <a:p>
            <a:r>
              <a:rPr lang="en-US" dirty="0"/>
              <a:t>Data structures </a:t>
            </a:r>
          </a:p>
        </p:txBody>
      </p:sp>
      <p:sp>
        <p:nvSpPr>
          <p:cNvPr id="5" name="Text Placeholder 4">
            <a:extLst>
              <a:ext uri="{FF2B5EF4-FFF2-40B4-BE49-F238E27FC236}">
                <a16:creationId xmlns:a16="http://schemas.microsoft.com/office/drawing/2014/main" id="{1E123F7D-C6A3-929B-2233-D7260760DAFA}"/>
              </a:ext>
            </a:extLst>
          </p:cNvPr>
          <p:cNvSpPr>
            <a:spLocks noGrp="1"/>
          </p:cNvSpPr>
          <p:nvPr>
            <p:ph type="body" sz="quarter" idx="25"/>
          </p:nvPr>
        </p:nvSpPr>
        <p:spPr/>
        <p:txBody>
          <a:bodyPr/>
          <a:lstStyle/>
          <a:p>
            <a:r>
              <a:rPr lang="en-US" dirty="0"/>
              <a:t>Conclusion</a:t>
            </a:r>
          </a:p>
        </p:txBody>
      </p:sp>
      <p:sp>
        <p:nvSpPr>
          <p:cNvPr id="6" name="Text Placeholder 5">
            <a:extLst>
              <a:ext uri="{FF2B5EF4-FFF2-40B4-BE49-F238E27FC236}">
                <a16:creationId xmlns:a16="http://schemas.microsoft.com/office/drawing/2014/main" id="{4E7234D5-5BE5-2117-9309-5FC24CEAF7B5}"/>
              </a:ext>
            </a:extLst>
          </p:cNvPr>
          <p:cNvSpPr>
            <a:spLocks noGrp="1"/>
          </p:cNvSpPr>
          <p:nvPr>
            <p:ph type="body" sz="quarter" idx="26"/>
          </p:nvPr>
        </p:nvSpPr>
        <p:spPr>
          <a:xfrm>
            <a:off x="10846594" y="5365571"/>
            <a:ext cx="10093752" cy="6352046"/>
          </a:xfrm>
        </p:spPr>
        <p:txBody>
          <a:bodyPr/>
          <a:lstStyle/>
          <a:p>
            <a:r>
              <a:rPr lang="en-GB" dirty="0"/>
              <a:t>Through completing this project, I developed a deeper understanding of how data structures and algorithms can be applied to solve real-world database problems involving large amounts of interconnected data. The project integrated concepts covered throughout the unit, including linked lists, binary search trees, hash tables, complexity analysis, and performance testing, while also providing opportunities to design and implement creative solutions.</a:t>
            </a:r>
          </a:p>
          <a:p>
            <a:endParaRPr lang="en-US" dirty="0"/>
          </a:p>
          <a:p>
            <a:r>
              <a:rPr lang="en-GB" dirty="0"/>
              <a:t>The experimental testing demonstrated clear differences in scalability between the two database prototypes. In the linked-list implementation, the database was required to traverse nodes sequentially in order to locate specific authors and papers. While this approach performed adequately for small datasets, execution time increased rapidly as the dataset size grew due to repeated linear searches. In contrast, the hash-table implementation used hash functions to directly access records, significantly reducing lookup costs. Although the hash-table prototype introduced greater overhead initially, its runtime increased at a much slower rate for large datasets.</a:t>
            </a:r>
          </a:p>
          <a:p>
            <a:r>
              <a:rPr lang="en-GB" dirty="0"/>
              <a:t>Both the theoretical complexity analysis and experimental results supported the conclusion that the hash-table-based database is the more scalable and efficient solution for large-scale data storage and retrieval. If the project were to be expanded further, the hash-table implementation would be the preferred architecture due to its superior search performance and improved scalability characteristics.</a:t>
            </a:r>
          </a:p>
        </p:txBody>
      </p:sp>
      <p:sp>
        <p:nvSpPr>
          <p:cNvPr id="7" name="Text Placeholder 6">
            <a:extLst>
              <a:ext uri="{FF2B5EF4-FFF2-40B4-BE49-F238E27FC236}">
                <a16:creationId xmlns:a16="http://schemas.microsoft.com/office/drawing/2014/main" id="{CD47D32C-30ED-7E1C-D8CC-A9A48276B0BB}"/>
              </a:ext>
            </a:extLst>
          </p:cNvPr>
          <p:cNvSpPr>
            <a:spLocks noGrp="1"/>
          </p:cNvSpPr>
          <p:nvPr>
            <p:ph type="body" sz="quarter" idx="27"/>
          </p:nvPr>
        </p:nvSpPr>
        <p:spPr/>
        <p:txBody>
          <a:bodyPr/>
          <a:lstStyle/>
          <a:p>
            <a:r>
              <a:rPr lang="en-US" dirty="0"/>
              <a:t>Methodology &amp; Results </a:t>
            </a:r>
          </a:p>
        </p:txBody>
      </p:sp>
      <p:sp>
        <p:nvSpPr>
          <p:cNvPr id="8" name="Text Placeholder 7">
            <a:extLst>
              <a:ext uri="{FF2B5EF4-FFF2-40B4-BE49-F238E27FC236}">
                <a16:creationId xmlns:a16="http://schemas.microsoft.com/office/drawing/2014/main" id="{2F73BB19-5155-13BF-CC65-3AFBD0943FF4}"/>
              </a:ext>
            </a:extLst>
          </p:cNvPr>
          <p:cNvSpPr>
            <a:spLocks noGrp="1"/>
          </p:cNvSpPr>
          <p:nvPr>
            <p:ph type="body" sz="quarter" idx="28"/>
          </p:nvPr>
        </p:nvSpPr>
        <p:spPr>
          <a:xfrm>
            <a:off x="10842726" y="13648379"/>
            <a:ext cx="10094847" cy="6290490"/>
          </a:xfrm>
        </p:spPr>
        <p:txBody>
          <a:bodyPr/>
          <a:lstStyle/>
          <a:p>
            <a:endParaRPr lang="en-US" dirty="0"/>
          </a:p>
          <a:p>
            <a:r>
              <a:rPr lang="en-US" dirty="0"/>
              <a:t>Based on the coding logic the linked list implementation of the database will be forced to traverse the linked list node by node to reach the intended paper/author. This will start out quick but will escalate in time fast.  The hash table implementation on the other hand can jump directly into the correct location. This will lead to slower times initially but will grow at a slower rate. The tested data supports this theory and if developing the project further I would rely on a hash table implementation rather than a linked list implementation </a:t>
            </a:r>
          </a:p>
          <a:p>
            <a:endParaRPr lang="en-US" dirty="0"/>
          </a:p>
          <a:p>
            <a:r>
              <a:rPr lang="en-US" dirty="0"/>
              <a:t>As we can see from the program’s performance testing project 1’s time taken is multiplying around 4-8x previous values time for each increment this starts out small but becomes large very quickly, this is very expensive scaling and indicates that it is an exponential complexity based on this test around O(n^4) </a:t>
            </a:r>
          </a:p>
          <a:p>
            <a:endParaRPr lang="en-US" dirty="0"/>
          </a:p>
          <a:p>
            <a:r>
              <a:rPr lang="en-US" dirty="0"/>
              <a:t>Based on project 2’s testing we can see that the initial value starts out large but seems to slow down this could either be a linear or logarithmic complexity if we were to keep running the program project 1 would overtake project 2 in time taken </a:t>
            </a:r>
          </a:p>
          <a:p>
            <a:endParaRPr lang="en-US" dirty="0"/>
          </a:p>
          <a:p>
            <a:endParaRPr lang="en-US" dirty="0"/>
          </a:p>
        </p:txBody>
      </p:sp>
      <p:sp>
        <p:nvSpPr>
          <p:cNvPr id="9" name="Text Placeholder 8">
            <a:extLst>
              <a:ext uri="{FF2B5EF4-FFF2-40B4-BE49-F238E27FC236}">
                <a16:creationId xmlns:a16="http://schemas.microsoft.com/office/drawing/2014/main" id="{0475E82C-F0BE-3ECD-40BB-F99894B0903F}"/>
              </a:ext>
            </a:extLst>
          </p:cNvPr>
          <p:cNvSpPr>
            <a:spLocks noGrp="1"/>
          </p:cNvSpPr>
          <p:nvPr>
            <p:ph type="body" sz="quarter" idx="29"/>
          </p:nvPr>
        </p:nvSpPr>
        <p:spPr>
          <a:xfrm>
            <a:off x="10854419" y="25461414"/>
            <a:ext cx="10085926" cy="566030"/>
          </a:xfrm>
        </p:spPr>
        <p:txBody>
          <a:bodyPr/>
          <a:lstStyle/>
          <a:p>
            <a:r>
              <a:rPr lang="en-US" dirty="0"/>
              <a:t>References</a:t>
            </a:r>
          </a:p>
        </p:txBody>
      </p:sp>
      <p:sp>
        <p:nvSpPr>
          <p:cNvPr id="10" name="Text Placeholder 9">
            <a:extLst>
              <a:ext uri="{FF2B5EF4-FFF2-40B4-BE49-F238E27FC236}">
                <a16:creationId xmlns:a16="http://schemas.microsoft.com/office/drawing/2014/main" id="{F5F12308-86F6-2C88-DAF4-D342B376F4F1}"/>
              </a:ext>
            </a:extLst>
          </p:cNvPr>
          <p:cNvSpPr>
            <a:spLocks noGrp="1"/>
          </p:cNvSpPr>
          <p:nvPr>
            <p:ph type="body" sz="quarter" idx="30"/>
          </p:nvPr>
        </p:nvSpPr>
        <p:spPr>
          <a:xfrm>
            <a:off x="10846595" y="26036652"/>
            <a:ext cx="10090978" cy="2043174"/>
          </a:xfrm>
        </p:spPr>
        <p:txBody>
          <a:bodyPr/>
          <a:lstStyle/>
          <a:p>
            <a:r>
              <a:rPr lang="en-US" dirty="0">
                <a:hlinkClick r:id="rId2"/>
              </a:rPr>
              <a:t>https://www.geeksforgeeks.org/c/c-program-for-binary-search-tree/</a:t>
            </a:r>
            <a:r>
              <a:rPr lang="en-US" dirty="0"/>
              <a:t> </a:t>
            </a:r>
            <a:br>
              <a:rPr lang="en-US" dirty="0"/>
            </a:br>
            <a:r>
              <a:rPr lang="en-US" dirty="0">
                <a:hlinkClick r:id="rId3"/>
              </a:rPr>
              <a:t>https://www.geeksforgeeks.org/dsa/hash-table-data-structure/</a:t>
            </a:r>
            <a:endParaRPr lang="en-US" dirty="0"/>
          </a:p>
          <a:p>
            <a:r>
              <a:rPr lang="en-US" dirty="0">
                <a:hlinkClick r:id="rId4"/>
              </a:rPr>
              <a:t>https://www.youtube.com/watch?v=2Ti5yvumFTU&amp;t=354s</a:t>
            </a:r>
            <a:endParaRPr lang="en-US" dirty="0"/>
          </a:p>
          <a:p>
            <a:r>
              <a:rPr lang="en-US" dirty="0"/>
              <a:t>KIT 205 &amp; 107 Tutorials / Study</a:t>
            </a:r>
          </a:p>
          <a:p>
            <a:endParaRPr lang="en-US" dirty="0"/>
          </a:p>
        </p:txBody>
      </p:sp>
      <p:sp>
        <p:nvSpPr>
          <p:cNvPr id="11" name="Text Placeholder 10">
            <a:extLst>
              <a:ext uri="{FF2B5EF4-FFF2-40B4-BE49-F238E27FC236}">
                <a16:creationId xmlns:a16="http://schemas.microsoft.com/office/drawing/2014/main" id="{801D0B66-A56D-DC4D-3B75-1F8450BF2286}"/>
              </a:ext>
            </a:extLst>
          </p:cNvPr>
          <p:cNvSpPr>
            <a:spLocks noGrp="1"/>
          </p:cNvSpPr>
          <p:nvPr>
            <p:ph type="body" sz="quarter" idx="96"/>
          </p:nvPr>
        </p:nvSpPr>
        <p:spPr>
          <a:xfrm>
            <a:off x="269166" y="14113765"/>
            <a:ext cx="10102728" cy="6844488"/>
          </a:xfrm>
        </p:spPr>
        <p:txBody>
          <a:bodyPr/>
          <a:lstStyle/>
          <a:p>
            <a:r>
              <a:rPr lang="en-GB" dirty="0"/>
              <a:t>For Project 1, I chose to implement a linked list of binary search trees, while for Project 2 I implemented a hash table of binary search trees. Both prototypes were designed to model the many-to-many relationship between research papers and authors while allowing comparison between different data structure approaches and their effect on performance and scalability.</a:t>
            </a:r>
          </a:p>
          <a:p>
            <a:endParaRPr lang="en-GB" dirty="0"/>
          </a:p>
          <a:p>
            <a:r>
              <a:rPr lang="en-GB" dirty="0"/>
              <a:t>Linked lists were suitable for the first prototype because they allow dynamic memory allocation and simple insertion of new records without requiring a fixed database size. Their structure is also straightforward to implement and traverse, making them useful for an initial database prototype.</a:t>
            </a:r>
          </a:p>
          <a:p>
            <a:endParaRPr lang="en-GB" dirty="0"/>
          </a:p>
          <a:p>
            <a:r>
              <a:rPr lang="en-GB" dirty="0"/>
              <a:t>Binary search trees (BSTs) were used to store relationships between authors and papers because they provide faster searching and insertion than sequential structures while also maintaining data in sorted order. This made them effective for managing and printing many-to-many relationships.</a:t>
            </a:r>
          </a:p>
          <a:p>
            <a:endParaRPr lang="en-GB" dirty="0"/>
          </a:p>
          <a:p>
            <a:r>
              <a:rPr lang="en-GB" dirty="0"/>
              <a:t>Hash tables were chosen for the second prototype because they significantly improve lookup performance. Instead of traversing records sequentially like linked lists, hash tables use hash functions to directly access data locations, providing much faster searching for large datasets. This made the second prototype more scalable and efficient as the amount of stored data increased.</a:t>
            </a:r>
          </a:p>
        </p:txBody>
      </p:sp>
      <p:sp>
        <p:nvSpPr>
          <p:cNvPr id="12" name="Text Placeholder 11">
            <a:extLst>
              <a:ext uri="{FF2B5EF4-FFF2-40B4-BE49-F238E27FC236}">
                <a16:creationId xmlns:a16="http://schemas.microsoft.com/office/drawing/2014/main" id="{96F2156E-7FBF-C26C-D136-EC5E1643EBC1}"/>
              </a:ext>
            </a:extLst>
          </p:cNvPr>
          <p:cNvSpPr>
            <a:spLocks noGrp="1"/>
          </p:cNvSpPr>
          <p:nvPr>
            <p:ph type="body" sz="quarter" idx="150"/>
          </p:nvPr>
        </p:nvSpPr>
        <p:spPr/>
        <p:txBody>
          <a:bodyPr/>
          <a:lstStyle/>
          <a:p>
            <a:r>
              <a:rPr lang="en-AU" u="sng">
                <a:hlinkClick r:id="rId5"/>
              </a:rPr>
              <a:t>https://github.com/Ben-Dolliver/KIT205-618797</a:t>
            </a:r>
            <a:r>
              <a:rPr lang="en-AU"/>
              <a:t> </a:t>
            </a:r>
            <a:endParaRPr lang="en-AU" dirty="0"/>
          </a:p>
        </p:txBody>
      </p:sp>
      <p:sp>
        <p:nvSpPr>
          <p:cNvPr id="13" name="Text Placeholder 12">
            <a:extLst>
              <a:ext uri="{FF2B5EF4-FFF2-40B4-BE49-F238E27FC236}">
                <a16:creationId xmlns:a16="http://schemas.microsoft.com/office/drawing/2014/main" id="{045E9635-3F3F-20C4-5038-BAF6F4FA9E33}"/>
              </a:ext>
            </a:extLst>
          </p:cNvPr>
          <p:cNvSpPr>
            <a:spLocks noGrp="1"/>
          </p:cNvSpPr>
          <p:nvPr>
            <p:ph type="body" sz="quarter" idx="151"/>
          </p:nvPr>
        </p:nvSpPr>
        <p:spPr>
          <a:xfrm>
            <a:off x="2890078" y="2235565"/>
            <a:ext cx="15608232" cy="2391240"/>
          </a:xfrm>
        </p:spPr>
        <p:txBody>
          <a:bodyPr/>
          <a:lstStyle/>
          <a:p>
            <a:r>
              <a:rPr lang="en-US" dirty="0"/>
              <a:t>Ben Dolliver #618797</a:t>
            </a:r>
          </a:p>
          <a:p>
            <a:endParaRPr lang="en-US" dirty="0"/>
          </a:p>
        </p:txBody>
      </p:sp>
      <p:sp>
        <p:nvSpPr>
          <p:cNvPr id="14" name="Text Placeholder 13">
            <a:extLst>
              <a:ext uri="{FF2B5EF4-FFF2-40B4-BE49-F238E27FC236}">
                <a16:creationId xmlns:a16="http://schemas.microsoft.com/office/drawing/2014/main" id="{0A116D7B-56F6-60C4-D1DD-29E139CEF5A8}"/>
              </a:ext>
            </a:extLst>
          </p:cNvPr>
          <p:cNvSpPr>
            <a:spLocks noGrp="1"/>
          </p:cNvSpPr>
          <p:nvPr>
            <p:ph type="body" sz="quarter" idx="153"/>
          </p:nvPr>
        </p:nvSpPr>
        <p:spPr>
          <a:xfrm>
            <a:off x="2890078" y="348658"/>
            <a:ext cx="15608232" cy="1286322"/>
          </a:xfrm>
        </p:spPr>
        <p:txBody>
          <a:bodyPr/>
          <a:lstStyle/>
          <a:p>
            <a:r>
              <a:rPr lang="en-US" dirty="0"/>
              <a:t>Assignment 1 – Database </a:t>
            </a:r>
          </a:p>
        </p:txBody>
      </p:sp>
      <p:pic>
        <p:nvPicPr>
          <p:cNvPr id="16" name="Picture 15">
            <a:extLst>
              <a:ext uri="{FF2B5EF4-FFF2-40B4-BE49-F238E27FC236}">
                <a16:creationId xmlns:a16="http://schemas.microsoft.com/office/drawing/2014/main" id="{4E9DB3B1-DC0A-4767-B224-9A944E503A9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71585" y="23617471"/>
            <a:ext cx="3915321" cy="4458322"/>
          </a:xfrm>
          <a:prstGeom prst="rect">
            <a:avLst/>
          </a:prstGeom>
        </p:spPr>
      </p:pic>
      <p:pic>
        <p:nvPicPr>
          <p:cNvPr id="20" name="Picture 19">
            <a:extLst>
              <a:ext uri="{FF2B5EF4-FFF2-40B4-BE49-F238E27FC236}">
                <a16:creationId xmlns:a16="http://schemas.microsoft.com/office/drawing/2014/main" id="{C4E1F17A-C03B-23EA-6D0A-1269D5154D2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842726" y="19175862"/>
            <a:ext cx="10050278" cy="5787242"/>
          </a:xfrm>
          <a:prstGeom prst="rect">
            <a:avLst/>
          </a:prstGeom>
        </p:spPr>
      </p:pic>
    </p:spTree>
    <p:extLst>
      <p:ext uri="{BB962C8B-B14F-4D97-AF65-F5344CB8AC3E}">
        <p14:creationId xmlns:p14="http://schemas.microsoft.com/office/powerpoint/2010/main" val="1503921536"/>
      </p:ext>
    </p:extLst>
  </p:cSld>
  <p:clrMapOvr>
    <a:masterClrMapping/>
  </p:clrMapOvr>
</p:sld>
</file>

<file path=ppt/theme/theme1.xml><?xml version="1.0" encoding="utf-8"?>
<a:theme xmlns:a="http://schemas.openxmlformats.org/drawingml/2006/main" name="PosterPresentations.com-100CMx140CM">
  <a:themeElements>
    <a:clrScheme name="Paper">
      <a:dk1>
        <a:sysClr val="windowText" lastClr="000000"/>
      </a:dk1>
      <a:lt1>
        <a:sysClr val="window" lastClr="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000" dirty="0">
            <a:latin typeface="Times New Roman" panose="02020603050405020304" pitchFamily="18" charset="0"/>
            <a:cs typeface="Times New Roman" panose="02020603050405020304" pitchFamily="18" charset="0"/>
          </a:defRPr>
        </a:defPPr>
      </a:lstStyle>
    </a:txDef>
  </a:objectDefaults>
  <a:extraClrSchemeLst/>
</a:theme>
</file>

<file path=ppt/theme/theme2.xml><?xml version="1.0" encoding="utf-8"?>
<a:theme xmlns:a="http://schemas.openxmlformats.org/drawingml/2006/main" name="Without Quick Guides">
  <a:themeElements>
    <a:clrScheme name="Paper">
      <a:dk1>
        <a:sysClr val="windowText" lastClr="000000"/>
      </a:dk1>
      <a:lt1>
        <a:sysClr val="window" lastClr="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000" dirty="0">
            <a:latin typeface="Times New Roman" panose="02020603050405020304" pitchFamily="18" charset="0"/>
            <a:cs typeface="Times New Roman" panose="02020603050405020304" pitchFamily="18" charset="0"/>
          </a:defRPr>
        </a:defPPr>
      </a:lstStyle>
    </a:txDef>
  </a:objectDefaults>
  <a:extraClrSchemeLst/>
</a:theme>
</file>

<file path=ppt/theme/theme3.xml><?xml version="1.0" encoding="utf-8"?>
<a:theme xmlns:a="http://schemas.openxmlformats.org/drawingml/2006/main" name="Classic - Wide Center">
  <a:themeElements>
    <a:clrScheme name="Paper">
      <a:dk1>
        <a:sysClr val="windowText" lastClr="000000"/>
      </a:dk1>
      <a:lt1>
        <a:sysClr val="window" lastClr="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000" dirty="0">
            <a:latin typeface="Times New Roman" panose="02020603050405020304" pitchFamily="18" charset="0"/>
            <a:cs typeface="Times New Roman" panose="02020603050405020304" pitchFamily="18" charset="0"/>
          </a:defRPr>
        </a:defPPr>
      </a:lstStyle>
    </a:tx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PosterPresentations.com-100CMx140CM</Template>
  <TotalTime>246</TotalTime>
  <Words>1010</Words>
  <Application>Microsoft Office PowerPoint</Application>
  <PresentationFormat>Custom</PresentationFormat>
  <Paragraphs>33</Paragraphs>
  <Slides>1</Slides>
  <Notes>0</Notes>
  <HiddenSlides>0</HiddenSlides>
  <MMClips>0</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1</vt:i4>
      </vt:variant>
    </vt:vector>
  </HeadingPairs>
  <TitlesOfParts>
    <vt:vector size="9" baseType="lpstr">
      <vt:lpstr>Arial</vt:lpstr>
      <vt:lpstr>Arial Black</vt:lpstr>
      <vt:lpstr>Calibri</vt:lpstr>
      <vt:lpstr>Times New Roman</vt:lpstr>
      <vt:lpstr>Trebuchet MS</vt:lpstr>
      <vt:lpstr>PosterPresentations.com-100CMx140CM</vt:lpstr>
      <vt:lpstr>Without Quick Guides</vt:lpstr>
      <vt:lpstr>Classic - Wide Center</vt:lpstr>
      <vt:lpstr>PowerPoint Presentation</vt:lpstr>
    </vt:vector>
  </TitlesOfParts>
  <Company>Hewlett-Packard 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CanterburyMedia</dc:creator>
  <dc:description>This template is the property of PosterPresentations.com. Call us if you need help with this poster template._x000d_
1-866-649-3004           _x000d_
 (c)PosterPresentations.com</dc:description>
  <cp:lastModifiedBy>Ben Dolliver</cp:lastModifiedBy>
  <cp:revision>34</cp:revision>
  <dcterms:created xsi:type="dcterms:W3CDTF">2012-02-10T00:21:22Z</dcterms:created>
  <dcterms:modified xsi:type="dcterms:W3CDTF">2026-05-17T13:48:47Z</dcterms:modified>
</cp:coreProperties>
</file>